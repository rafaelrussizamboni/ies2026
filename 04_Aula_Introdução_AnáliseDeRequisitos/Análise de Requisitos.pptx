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050E7-4979-4A5C-84D0-A2F1A72A6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228F6C-B669-4BF5-9D45-315BDC753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4588D-660A-40EF-B423-32DBBF0C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790F51-19B4-41D9-8BBB-80A1B471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40E775-19B1-4517-A972-553F0442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87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E0D1C-6748-48C1-9404-898A82C4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AA96E-8ADF-415F-8352-8987DFB99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04AC01-701B-4065-8D6C-EF42A21A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D0D649-7510-4645-BBAC-FB16CFF3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0F951B-2A83-4D8D-8FB3-BD71986B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74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C303F-014A-4737-A5F3-9951E127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EEFF44-2927-4194-AA4B-18634993F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6390C3-FC7F-450C-9829-BA18B3F3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BF90C4-5380-475F-BA31-84B87AFE9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874D0-97D3-48B6-A61E-0CF8F52F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99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149C3-2C90-46AC-B16D-3F19E330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23D41A-4C94-4825-8069-4CC6597AB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B023E-ECBF-467A-8208-911D52506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79E513-4A22-404C-9BAC-A29648F5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02C6BB-697C-490F-87C0-3BE82505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5E7378-E99E-4255-BBBE-61400400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80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A64C6-79BC-445D-A7A6-80467C41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D1C142-AEF4-4182-A9AC-F72F6BFA5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4E0E1E-6ECC-400D-AD2B-14EF21CA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089F363-2303-4218-A2B9-E8EA9575F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4D39E3-11FD-4A7D-A7A6-DDA0F3EFB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ACA6F5-E02F-4DBE-8EBB-6301686A8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61C1E12-E21B-4EAF-87F5-1DFD5A80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D6BB2C-295F-4542-9FED-1F40D187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8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5385E-D503-477D-A7D3-466DA9AA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F51C3F-0D52-4661-B547-3366D40D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CD7A46-60AB-4380-8E99-2DF1F264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378F64-1AF9-40DF-94E8-C6D51942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9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246BCB-6CD2-4A52-B27A-BBDD203E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EF032B-D838-4351-9B96-A54D116A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2CFCC5-8C0F-434B-BC53-09778571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32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3753D-39EB-42E9-BEEB-9034BE9E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87528A-7E90-4618-BCBE-D818D902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892201-7F4D-4BA8-912F-879F9EA6F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7526CC-FD0E-451D-BB30-4C93B8A9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5A0A6-143F-4919-94FF-E1B2132E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F394D3-7141-4CF5-9A5D-2EEE24D8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59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FB943-A4B2-4E48-8601-48A39AE5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97084F-501A-469D-AF14-44681A55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E8D00F-6B5C-43CB-8324-F945BEF50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3C444B-C34F-46DE-A37F-4FCDB64B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B75487-B408-4E11-8C91-9DCD8275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EC45C1-478A-4E0B-B223-E23EB83A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14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20CC4-BB6A-4C7B-B11F-CBC571D1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7CB2B1-351B-4057-B39A-DE9428B44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942ADF-9B85-4F88-940F-E73FD6C5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947C38-2828-45E9-87D4-0C97D855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DCB7A9-C0FE-4967-A3E3-5192191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3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FE3250-885E-4100-8575-866F10810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847500-276E-4F43-B8F8-A980B5F7F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6DBE8F-B2A3-48FD-BFEB-7425B95A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58AA49-5244-4609-B4EB-2D2E31F8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EF1FEB-3817-48A1-954A-80A23D3B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3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ED001A-C440-4366-9E61-F4E01AEA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E7B40B-26E8-48F9-AE49-9D55D6E30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E85B5-8454-42A6-B6F4-297E6B0AC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1CE639-2463-4E3A-873B-D1455AC9F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C30575-1092-473E-95C6-BCE51E32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8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1969" y="897801"/>
            <a:ext cx="4508895" cy="787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200"/>
              </a:lnSpc>
              <a:spcBef>
                <a:spcPts val="310"/>
              </a:spcBef>
            </a:pPr>
            <a:r>
              <a:rPr sz="9000" spc="-164" baseline="1575" dirty="0">
                <a:latin typeface="Arial Black"/>
                <a:cs typeface="Arial Black"/>
              </a:rPr>
              <a:t>R</a:t>
            </a:r>
            <a:r>
              <a:rPr sz="9000" spc="-29" baseline="1575" dirty="0">
                <a:latin typeface="Arial Black"/>
                <a:cs typeface="Arial Black"/>
              </a:rPr>
              <a:t>equ</a:t>
            </a:r>
            <a:r>
              <a:rPr sz="9000" spc="-19" baseline="1575" dirty="0">
                <a:latin typeface="Arial Black"/>
                <a:cs typeface="Arial Black"/>
              </a:rPr>
              <a:t>i</a:t>
            </a:r>
            <a:r>
              <a:rPr sz="9000" spc="-29" baseline="1575" dirty="0">
                <a:latin typeface="Arial Black"/>
                <a:cs typeface="Arial Black"/>
              </a:rPr>
              <a:t>s</a:t>
            </a:r>
            <a:r>
              <a:rPr sz="9000" spc="-19" baseline="1575" dirty="0">
                <a:latin typeface="Arial Black"/>
                <a:cs typeface="Arial Black"/>
              </a:rPr>
              <a:t>i</a:t>
            </a:r>
            <a:r>
              <a:rPr sz="9000" spc="-25" baseline="1575" dirty="0">
                <a:latin typeface="Arial Black"/>
                <a:cs typeface="Arial Black"/>
              </a:rPr>
              <a:t>t</a:t>
            </a:r>
            <a:r>
              <a:rPr sz="9000" spc="-29" baseline="1575" dirty="0">
                <a:latin typeface="Arial Black"/>
                <a:cs typeface="Arial Black"/>
              </a:rPr>
              <a:t>o</a:t>
            </a:r>
            <a:r>
              <a:rPr sz="9000" spc="0" baseline="1575" dirty="0">
                <a:latin typeface="Arial Black"/>
                <a:cs typeface="Arial Black"/>
              </a:rPr>
              <a:t>s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3559" y="897801"/>
            <a:ext cx="1167418" cy="787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200"/>
              </a:lnSpc>
              <a:spcBef>
                <a:spcPts val="310"/>
              </a:spcBef>
            </a:pPr>
            <a:r>
              <a:rPr sz="9000" spc="-9" baseline="1575" dirty="0">
                <a:latin typeface="Arial Black"/>
                <a:cs typeface="Arial Black"/>
              </a:rPr>
              <a:t>de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277" y="1722777"/>
            <a:ext cx="3921246" cy="787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200"/>
              </a:lnSpc>
              <a:spcBef>
                <a:spcPts val="310"/>
              </a:spcBef>
            </a:pPr>
            <a:r>
              <a:rPr sz="9000" spc="0" baseline="1575" dirty="0">
                <a:latin typeface="Arial Black"/>
                <a:cs typeface="Arial Black"/>
              </a:rPr>
              <a:t>Soft</a:t>
            </a:r>
            <a:r>
              <a:rPr sz="9000" spc="-69" baseline="1575" dirty="0">
                <a:latin typeface="Arial Black"/>
                <a:cs typeface="Arial Black"/>
              </a:rPr>
              <a:t>w</a:t>
            </a:r>
            <a:r>
              <a:rPr sz="9000" spc="0" baseline="1575" dirty="0">
                <a:latin typeface="Arial Black"/>
                <a:cs typeface="Arial Black"/>
              </a:rPr>
              <a:t>a</a:t>
            </a:r>
            <a:r>
              <a:rPr sz="9000" spc="84" baseline="1575" dirty="0">
                <a:latin typeface="Arial Black"/>
                <a:cs typeface="Arial Black"/>
              </a:rPr>
              <a:t>r</a:t>
            </a:r>
            <a:r>
              <a:rPr sz="9000" spc="0" baseline="1575" dirty="0">
                <a:latin typeface="Arial Black"/>
                <a:cs typeface="Arial Black"/>
              </a:rPr>
              <a:t>e</a:t>
            </a:r>
            <a:endParaRPr sz="6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1741161"/>
            <a:ext cx="588203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O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7439" y="1741161"/>
            <a:ext cx="1242168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que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0713" y="1741161"/>
            <a:ext cx="1208241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4" baseline="1611" dirty="0">
                <a:latin typeface="Arial Black"/>
                <a:cs typeface="Arial Black"/>
              </a:rPr>
              <a:t>s</a:t>
            </a:r>
            <a:r>
              <a:rPr sz="6600" spc="0" baseline="1611" dirty="0">
                <a:latin typeface="Arial Black"/>
                <a:cs typeface="Arial Black"/>
              </a:rPr>
              <a:t>ão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8680" y="1741161"/>
            <a:ext cx="3325731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-25" baseline="1611" dirty="0">
                <a:latin typeface="Arial Black"/>
                <a:cs typeface="Arial Black"/>
              </a:rPr>
              <a:t>t</a:t>
            </a:r>
            <a:r>
              <a:rPr sz="6600" spc="0" baseline="1611" dirty="0">
                <a:latin typeface="Arial Black"/>
                <a:cs typeface="Arial Black"/>
              </a:rPr>
              <a:t>os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7769" y="1741161"/>
            <a:ext cx="869402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4" baseline="1611" dirty="0">
                <a:latin typeface="Arial Black"/>
                <a:cs typeface="Arial Black"/>
              </a:rPr>
              <a:t>de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9863" y="2339061"/>
            <a:ext cx="323165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Soft</a:t>
            </a:r>
            <a:r>
              <a:rPr sz="6600" spc="-50" baseline="1611" dirty="0">
                <a:latin typeface="Arial Black"/>
                <a:cs typeface="Arial Black"/>
              </a:rPr>
              <a:t>w</a:t>
            </a:r>
            <a:r>
              <a:rPr sz="6600" spc="0" baseline="1611" dirty="0">
                <a:latin typeface="Arial Black"/>
                <a:cs typeface="Arial Black"/>
              </a:rPr>
              <a:t>a</a:t>
            </a:r>
            <a:r>
              <a:rPr sz="6600" spc="69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e?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58247" y="6461149"/>
            <a:ext cx="13716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0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870" y="309490"/>
            <a:ext cx="4245088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19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0" baseline="1611" dirty="0">
                <a:latin typeface="Arial Black"/>
                <a:cs typeface="Arial Black"/>
              </a:rPr>
              <a:t>t</a:t>
            </a:r>
            <a:r>
              <a:rPr sz="6600" spc="-29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r>
              <a:rPr sz="6600" spc="-114" baseline="1611" dirty="0">
                <a:latin typeface="Arial Black"/>
                <a:cs typeface="Arial Black"/>
              </a:rPr>
              <a:t> </a:t>
            </a:r>
            <a:r>
              <a:rPr sz="6600" spc="0" baseline="1611" dirty="0">
                <a:latin typeface="Arial Black"/>
                <a:cs typeface="Arial Black"/>
              </a:rPr>
              <a:t>de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37757" y="309490"/>
            <a:ext cx="2889322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Soft</a:t>
            </a:r>
            <a:r>
              <a:rPr sz="6600" spc="-54" baseline="1611" dirty="0">
                <a:latin typeface="Arial Black"/>
                <a:cs typeface="Arial Black"/>
              </a:rPr>
              <a:t>w</a:t>
            </a:r>
            <a:r>
              <a:rPr sz="6600" spc="0" baseline="1611" dirty="0">
                <a:latin typeface="Arial Black"/>
                <a:cs typeface="Arial Black"/>
              </a:rPr>
              <a:t>a</a:t>
            </a:r>
            <a:r>
              <a:rPr sz="6600" spc="59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9992" y="1643821"/>
            <a:ext cx="254706" cy="9401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15"/>
              </a:lnSpc>
              <a:spcBef>
                <a:spcPts val="1198"/>
              </a:spcBef>
            </a:pPr>
            <a:r>
              <a:rPr sz="4200" spc="303" baseline="-1035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8592" y="1647489"/>
            <a:ext cx="7167625" cy="2470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8635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õ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8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qu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36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o</a:t>
            </a:r>
            <a:r>
              <a:rPr sz="2800" b="1" spc="-32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si</a:t>
            </a:r>
            <a:r>
              <a:rPr sz="2800" b="1" spc="9" dirty="0">
                <a:latin typeface="Arial"/>
                <a:cs typeface="Arial"/>
              </a:rPr>
              <a:t>s</a:t>
            </a:r>
            <a:r>
              <a:rPr sz="2800" b="1" spc="0" dirty="0">
                <a:latin typeface="Arial"/>
                <a:cs typeface="Arial"/>
              </a:rPr>
              <a:t>t</a:t>
            </a:r>
            <a:r>
              <a:rPr sz="2800" b="1" spc="9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ma</a:t>
            </a:r>
            <a:r>
              <a:rPr sz="2800" b="1" spc="-104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deve</a:t>
            </a:r>
            <a:r>
              <a:rPr sz="2800" b="1" spc="-43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f</a:t>
            </a:r>
            <a:r>
              <a:rPr sz="2800" b="1" spc="9" dirty="0">
                <a:latin typeface="Arial"/>
                <a:cs typeface="Arial"/>
              </a:rPr>
              <a:t>a</a:t>
            </a:r>
            <a:r>
              <a:rPr sz="2800" b="1" spc="0" dirty="0">
                <a:latin typeface="Arial"/>
                <a:cs typeface="Arial"/>
              </a:rPr>
              <a:t>z</a:t>
            </a:r>
            <a:r>
              <a:rPr sz="2800" b="1" spc="9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r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1039"/>
              </a:spcBef>
            </a:pPr>
            <a:r>
              <a:rPr sz="2800" spc="0" dirty="0">
                <a:latin typeface="Arial"/>
                <a:cs typeface="Arial"/>
              </a:rPr>
              <a:t>Con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ão</a:t>
            </a:r>
            <a:r>
              <a:rPr sz="2800" spc="-11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á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ia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ra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9" dirty="0">
                <a:latin typeface="Arial"/>
                <a:cs typeface="Arial"/>
              </a:rPr>
              <a:t>b</a:t>
            </a:r>
            <a:r>
              <a:rPr sz="2800" spc="0" dirty="0">
                <a:latin typeface="Arial"/>
                <a:cs typeface="Arial"/>
              </a:rPr>
              <a:t>te</a:t>
            </a:r>
            <a:r>
              <a:rPr sz="2800" spc="9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ç</a:t>
            </a:r>
            <a:r>
              <a:rPr sz="2800" spc="9" dirty="0">
                <a:latin typeface="Arial"/>
                <a:cs typeface="Arial"/>
              </a:rPr>
              <a:t>ã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um 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476"/>
              </a:spcBef>
            </a:pP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rto</a:t>
            </a:r>
            <a:r>
              <a:rPr sz="2800" spc="-6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9" dirty="0">
                <a:latin typeface="Arial"/>
                <a:cs typeface="Arial"/>
              </a:rPr>
              <a:t>b</a:t>
            </a:r>
            <a:r>
              <a:rPr sz="2800" spc="0" dirty="0">
                <a:latin typeface="Arial"/>
                <a:cs typeface="Arial"/>
              </a:rPr>
              <a:t>j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ti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o,</a:t>
            </a:r>
            <a:r>
              <a:rPr sz="2800" spc="-11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ou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ra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h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me</a:t>
            </a:r>
            <a:r>
              <a:rPr sz="2800" spc="4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to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 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476"/>
              </a:spcBef>
            </a:pP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rto</a:t>
            </a:r>
            <a:r>
              <a:rPr sz="2800" spc="-6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fim.</a:t>
            </a:r>
            <a:r>
              <a:rPr sz="2800" spc="-45" dirty="0">
                <a:latin typeface="Arial"/>
                <a:cs typeface="Arial"/>
              </a:rPr>
              <a:t> </a:t>
            </a:r>
            <a:endParaRPr lang="pt-BR" sz="2800" spc="-45" dirty="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476"/>
              </a:spcBef>
            </a:pPr>
            <a:r>
              <a:rPr sz="2800" spc="0" dirty="0" err="1">
                <a:latin typeface="Arial"/>
                <a:cs typeface="Arial"/>
              </a:rPr>
              <a:t>In</a:t>
            </a:r>
            <a:r>
              <a:rPr sz="2800" spc="9" dirty="0" err="1">
                <a:latin typeface="Arial"/>
                <a:cs typeface="Arial"/>
              </a:rPr>
              <a:t>c</a:t>
            </a:r>
            <a:r>
              <a:rPr sz="2800" spc="0" dirty="0" err="1">
                <a:latin typeface="Arial"/>
                <a:cs typeface="Arial"/>
              </a:rPr>
              <a:t>l</a:t>
            </a:r>
            <a:r>
              <a:rPr sz="2800" spc="4" dirty="0" err="1">
                <a:latin typeface="Arial"/>
                <a:cs typeface="Arial"/>
              </a:rPr>
              <a:t>u</a:t>
            </a:r>
            <a:r>
              <a:rPr sz="2800" spc="0" dirty="0" err="1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:</a:t>
            </a:r>
            <a:r>
              <a:rPr sz="2800" spc="-8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11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fo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2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pe</a:t>
            </a:r>
            <a:r>
              <a:rPr sz="2800" spc="9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5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si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tem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,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9992" y="3733860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8592" y="4197776"/>
            <a:ext cx="4553245" cy="23785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1158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as</a:t>
            </a:r>
            <a:r>
              <a:rPr sz="2800" spc="-5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4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í</a:t>
            </a:r>
            <a:r>
              <a:rPr sz="2800" spc="0" dirty="0">
                <a:latin typeface="Arial"/>
                <a:cs typeface="Arial"/>
              </a:rPr>
              <a:t>fi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as</a:t>
            </a:r>
            <a:endParaRPr sz="2800" dirty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256"/>
              </a:spcBef>
            </a:pPr>
            <a:r>
              <a:rPr sz="2800" spc="0" dirty="0">
                <a:latin typeface="Arial"/>
                <a:cs typeface="Arial"/>
              </a:rPr>
              <a:t>op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ra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io</a:t>
            </a:r>
            <a:r>
              <a:rPr sz="2800" spc="9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ais</a:t>
            </a:r>
            <a:endParaRPr sz="2800" dirty="0">
              <a:latin typeface="Arial"/>
              <a:cs typeface="Arial"/>
            </a:endParaRPr>
          </a:p>
          <a:p>
            <a:pPr marL="12700" marR="8412">
              <a:lnSpc>
                <a:spcPct val="95825"/>
              </a:lnSpc>
              <a:spcBef>
                <a:spcPts val="1463"/>
              </a:spcBef>
            </a:pPr>
            <a:r>
              <a:rPr sz="2800" spc="0" dirty="0">
                <a:latin typeface="Arial"/>
                <a:cs typeface="Arial"/>
              </a:rPr>
              <a:t>Ess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9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1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re</a:t>
            </a:r>
            <a:r>
              <a:rPr sz="2800" spc="4" dirty="0">
                <a:latin typeface="Arial"/>
                <a:cs typeface="Arial"/>
              </a:rPr>
              <a:t>f</a:t>
            </a:r>
            <a:r>
              <a:rPr sz="2800" spc="0" dirty="0">
                <a:latin typeface="Arial"/>
                <a:cs typeface="Arial"/>
              </a:rPr>
              <a:t>l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tem</a:t>
            </a:r>
            <a:r>
              <a:rPr sz="2800" spc="-10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as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75"/>
              </a:spcBef>
            </a:pPr>
            <a:r>
              <a:rPr sz="2800" b="1" spc="-4" dirty="0">
                <a:latin typeface="Arial"/>
                <a:cs typeface="Arial"/>
              </a:rPr>
              <a:t>do</a:t>
            </a:r>
            <a:r>
              <a:rPr sz="2800" b="1" spc="0" dirty="0">
                <a:latin typeface="Arial"/>
                <a:cs typeface="Arial"/>
              </a:rPr>
              <a:t>s</a:t>
            </a:r>
            <a:r>
              <a:rPr sz="2800" b="1" spc="-39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c</a:t>
            </a:r>
            <a:r>
              <a:rPr sz="2800" b="1" spc="-14" dirty="0">
                <a:latin typeface="Arial"/>
                <a:cs typeface="Arial"/>
              </a:rPr>
              <a:t>l</a:t>
            </a:r>
            <a:r>
              <a:rPr sz="2800" b="1" spc="-9" dirty="0">
                <a:latin typeface="Arial"/>
                <a:cs typeface="Arial"/>
              </a:rPr>
              <a:t>i</a:t>
            </a:r>
            <a:r>
              <a:rPr sz="2800" b="1" spc="0" dirty="0">
                <a:latin typeface="Arial"/>
                <a:cs typeface="Arial"/>
              </a:rPr>
              <a:t>e</a:t>
            </a:r>
            <a:r>
              <a:rPr sz="2800" b="1" spc="-19" dirty="0">
                <a:latin typeface="Arial"/>
                <a:cs typeface="Arial"/>
              </a:rPr>
              <a:t>n</a:t>
            </a:r>
            <a:r>
              <a:rPr sz="2800" b="1" spc="0" dirty="0">
                <a:latin typeface="Arial"/>
                <a:cs typeface="Arial"/>
              </a:rPr>
              <a:t>t</a:t>
            </a:r>
            <a:r>
              <a:rPr sz="2800" b="1" spc="-14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s</a:t>
            </a:r>
            <a:r>
              <a:rPr sz="2800" b="1" spc="-59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um</a:t>
            </a:r>
            <a:r>
              <a:rPr sz="2800" spc="-3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t</a:t>
            </a:r>
            <a:r>
              <a:rPr sz="2800" spc="0" dirty="0">
                <a:latin typeface="Arial"/>
                <a:cs typeface="Arial"/>
              </a:rPr>
              <a:t>ema</a:t>
            </a:r>
            <a:endParaRPr sz="2800" dirty="0">
              <a:latin typeface="Arial"/>
              <a:cs typeface="Arial"/>
            </a:endParaRPr>
          </a:p>
          <a:p>
            <a:pPr marR="858180" algn="r">
              <a:lnSpc>
                <a:spcPct val="95825"/>
              </a:lnSpc>
              <a:spcBef>
                <a:spcPts val="2086"/>
              </a:spcBef>
            </a:pPr>
            <a:r>
              <a:rPr sz="1400" spc="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4835" y="4197776"/>
            <a:ext cx="27811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5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re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tr</a:t>
            </a:r>
            <a:r>
              <a:rPr sz="2800" spc="9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ç</a:t>
            </a:r>
            <a:r>
              <a:rPr sz="2800" spc="9" dirty="0">
                <a:latin typeface="Arial"/>
                <a:cs typeface="Arial"/>
              </a:rPr>
              <a:t>õ</a:t>
            </a:r>
            <a:r>
              <a:rPr sz="2800" spc="0" dirty="0">
                <a:latin typeface="Arial"/>
                <a:cs typeface="Arial"/>
              </a:rPr>
              <a:t>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9992" y="5249097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6843" y="5252765"/>
            <a:ext cx="2411179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b="1" spc="-14" dirty="0">
                <a:latin typeface="Arial"/>
                <a:cs typeface="Arial"/>
              </a:rPr>
              <a:t>n</a:t>
            </a:r>
            <a:r>
              <a:rPr sz="2800" b="1" spc="0" dirty="0">
                <a:latin typeface="Arial"/>
                <a:cs typeface="Arial"/>
              </a:rPr>
              <a:t>e</a:t>
            </a:r>
            <a:r>
              <a:rPr sz="2800" b="1" spc="-14" dirty="0">
                <a:latin typeface="Arial"/>
                <a:cs typeface="Arial"/>
              </a:rPr>
              <a:t>c</a:t>
            </a:r>
            <a:r>
              <a:rPr sz="2800" b="1" spc="0" dirty="0">
                <a:latin typeface="Arial"/>
                <a:cs typeface="Arial"/>
              </a:rPr>
              <a:t>e</a:t>
            </a:r>
            <a:r>
              <a:rPr sz="2800" b="1" spc="-14" dirty="0">
                <a:latin typeface="Arial"/>
                <a:cs typeface="Arial"/>
              </a:rPr>
              <a:t>s</a:t>
            </a:r>
            <a:r>
              <a:rPr sz="2800" b="1" spc="0" dirty="0">
                <a:latin typeface="Arial"/>
                <a:cs typeface="Arial"/>
              </a:rPr>
              <a:t>s</a:t>
            </a:r>
            <a:r>
              <a:rPr sz="2800" b="1" spc="-14" dirty="0">
                <a:latin typeface="Arial"/>
                <a:cs typeface="Arial"/>
              </a:rPr>
              <a:t>i</a:t>
            </a:r>
            <a:r>
              <a:rPr sz="2800" b="1" spc="0" dirty="0">
                <a:latin typeface="Arial"/>
                <a:cs typeface="Arial"/>
              </a:rPr>
              <a:t>dad</a:t>
            </a:r>
            <a:r>
              <a:rPr sz="2800" b="1" spc="-9" dirty="0">
                <a:latin typeface="Arial"/>
                <a:cs typeface="Arial"/>
              </a:rPr>
              <a:t>e</a:t>
            </a:r>
            <a:r>
              <a:rPr sz="2800" b="1" spc="0" dirty="0">
                <a:latin typeface="Arial"/>
                <a:cs typeface="Arial"/>
              </a:rPr>
              <a:t>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6003" y="1123186"/>
            <a:ext cx="9070848" cy="57028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0"/>
              </a:lnSpc>
              <a:spcBef>
                <a:spcPts val="16"/>
              </a:spcBef>
            </a:pPr>
            <a:endParaRPr sz="950"/>
          </a:p>
          <a:p>
            <a:pPr marR="666114" algn="r">
              <a:lnSpc>
                <a:spcPct val="95825"/>
              </a:lnSpc>
              <a:spcBef>
                <a:spcPts val="41000"/>
              </a:spcBef>
            </a:pPr>
            <a:r>
              <a:rPr sz="1200" spc="0" dirty="0">
                <a:solidFill>
                  <a:srgbClr val="888888"/>
                </a:solidFill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6003" y="1123186"/>
            <a:ext cx="9070848" cy="5702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5123" y="6400799"/>
            <a:ext cx="1872996" cy="246888"/>
          </a:xfrm>
          <a:custGeom>
            <a:avLst/>
            <a:gdLst/>
            <a:ahLst/>
            <a:cxnLst/>
            <a:rect l="l" t="t" r="r" b="b"/>
            <a:pathLst>
              <a:path w="1872996" h="246888">
                <a:moveTo>
                  <a:pt x="0" y="246888"/>
                </a:moveTo>
                <a:lnTo>
                  <a:pt x="1872996" y="246888"/>
                </a:lnTo>
                <a:lnTo>
                  <a:pt x="1872996" y="0"/>
                </a:lnTo>
                <a:lnTo>
                  <a:pt x="0" y="0"/>
                </a:lnTo>
                <a:lnTo>
                  <a:pt x="0" y="246888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1469" y="78921"/>
            <a:ext cx="7101919" cy="482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29" baseline="1969" dirty="0">
                <a:latin typeface="Arial Black"/>
                <a:cs typeface="Arial Black"/>
              </a:rPr>
              <a:t>P</a:t>
            </a:r>
            <a:r>
              <a:rPr sz="5400" spc="-39" baseline="1969" dirty="0">
                <a:latin typeface="Arial Black"/>
                <a:cs typeface="Arial Black"/>
              </a:rPr>
              <a:t>o</a:t>
            </a:r>
            <a:r>
              <a:rPr sz="5400" spc="0" baseline="1969" dirty="0">
                <a:latin typeface="Arial Black"/>
                <a:cs typeface="Arial Black"/>
              </a:rPr>
              <a:t>r</a:t>
            </a:r>
            <a:r>
              <a:rPr sz="5400" spc="-50" baseline="1969" dirty="0">
                <a:latin typeface="Arial Black"/>
                <a:cs typeface="Arial Black"/>
              </a:rPr>
              <a:t> </a:t>
            </a:r>
            <a:r>
              <a:rPr sz="5400" spc="-4" baseline="1969" dirty="0">
                <a:latin typeface="Arial Black"/>
                <a:cs typeface="Arial Black"/>
              </a:rPr>
              <a:t>qu</a:t>
            </a:r>
            <a:r>
              <a:rPr sz="5400" spc="0" baseline="1969" dirty="0">
                <a:latin typeface="Arial Black"/>
                <a:cs typeface="Arial Black"/>
              </a:rPr>
              <a:t>e</a:t>
            </a:r>
            <a:r>
              <a:rPr sz="5400" spc="-25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é</a:t>
            </a:r>
            <a:r>
              <a:rPr sz="5400" spc="-25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difícil</a:t>
            </a:r>
            <a:r>
              <a:rPr sz="5400" spc="-34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entender</a:t>
            </a:r>
            <a:r>
              <a:rPr sz="5400" spc="-44" baseline="1969" dirty="0">
                <a:latin typeface="Arial Black"/>
                <a:cs typeface="Arial Black"/>
              </a:rPr>
              <a:t> </a:t>
            </a:r>
            <a:r>
              <a:rPr sz="5400" spc="0" baseline="1969" dirty="0">
                <a:latin typeface="Arial Black"/>
                <a:cs typeface="Arial Black"/>
              </a:rPr>
              <a:t>os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1469" y="574713"/>
            <a:ext cx="2602311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54" baseline="1969" dirty="0">
                <a:latin typeface="Arial Black"/>
                <a:cs typeface="Arial Black"/>
              </a:rPr>
              <a:t>r</a:t>
            </a:r>
            <a:r>
              <a:rPr sz="5400" spc="0" baseline="1969" dirty="0">
                <a:latin typeface="Arial Black"/>
                <a:cs typeface="Arial Black"/>
              </a:rPr>
              <a:t>equisitos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9039" y="574713"/>
            <a:ext cx="713224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4" baseline="1969" dirty="0">
                <a:latin typeface="Arial Black"/>
                <a:cs typeface="Arial Black"/>
              </a:rPr>
              <a:t>de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7990" y="574713"/>
            <a:ext cx="865476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4" baseline="1969" dirty="0">
                <a:latin typeface="Arial Black"/>
                <a:cs typeface="Arial Black"/>
              </a:rPr>
              <a:t>um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18072" y="574713"/>
            <a:ext cx="2584630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00"/>
              </a:lnSpc>
              <a:spcBef>
                <a:spcPts val="190"/>
              </a:spcBef>
            </a:pPr>
            <a:r>
              <a:rPr sz="5400" spc="-14" baseline="1969" dirty="0">
                <a:latin typeface="Arial Black"/>
                <a:cs typeface="Arial Black"/>
              </a:rPr>
              <a:t>so</a:t>
            </a:r>
            <a:r>
              <a:rPr sz="5400" spc="0" baseline="1969" dirty="0">
                <a:latin typeface="Arial Black"/>
                <a:cs typeface="Arial Black"/>
              </a:rPr>
              <a:t>f</a:t>
            </a:r>
            <a:r>
              <a:rPr sz="5400" spc="-19" baseline="1969" dirty="0">
                <a:latin typeface="Arial Black"/>
                <a:cs typeface="Arial Black"/>
              </a:rPr>
              <a:t>t</a:t>
            </a:r>
            <a:r>
              <a:rPr sz="5400" spc="-50" baseline="1969" dirty="0">
                <a:latin typeface="Arial Black"/>
                <a:cs typeface="Arial Black"/>
              </a:rPr>
              <a:t>w</a:t>
            </a:r>
            <a:r>
              <a:rPr sz="5400" spc="-14" baseline="1969" dirty="0">
                <a:latin typeface="Arial Black"/>
                <a:cs typeface="Arial Black"/>
              </a:rPr>
              <a:t>a</a:t>
            </a:r>
            <a:r>
              <a:rPr sz="5400" spc="44" baseline="1969" dirty="0">
                <a:latin typeface="Arial Black"/>
                <a:cs typeface="Arial Black"/>
              </a:rPr>
              <a:t>r</a:t>
            </a:r>
            <a:r>
              <a:rPr sz="5400" spc="-14" baseline="1969" dirty="0">
                <a:latin typeface="Arial Black"/>
                <a:cs typeface="Arial Black"/>
              </a:rPr>
              <a:t>e</a:t>
            </a:r>
            <a:r>
              <a:rPr sz="5400" spc="0" baseline="1969" dirty="0">
                <a:latin typeface="Arial Black"/>
                <a:cs typeface="Arial Black"/>
              </a:rPr>
              <a:t>?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0551" y="6392406"/>
            <a:ext cx="920302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45"/>
              </a:lnSpc>
              <a:spcBef>
                <a:spcPts val="97"/>
              </a:spcBef>
            </a:pPr>
            <a:r>
              <a:rPr sz="1800" spc="4" dirty="0">
                <a:latin typeface="Microsoft Sans Serif"/>
                <a:cs typeface="Microsoft Sans Serif"/>
              </a:rPr>
              <a:t>e</a:t>
            </a:r>
            <a:r>
              <a:rPr sz="1800" spc="9" dirty="0">
                <a:latin typeface="Microsoft Sans Serif"/>
                <a:cs typeface="Microsoft Sans Serif"/>
              </a:rPr>
              <a:t>x</a:t>
            </a:r>
            <a:r>
              <a:rPr sz="1800" spc="4" dirty="0">
                <a:latin typeface="Microsoft Sans Serif"/>
                <a:cs typeface="Microsoft Sans Serif"/>
              </a:rPr>
              <a:t>pli</a:t>
            </a:r>
            <a:r>
              <a:rPr sz="1800" spc="9" dirty="0">
                <a:latin typeface="Microsoft Sans Serif"/>
                <a:cs typeface="Microsoft Sans Serif"/>
              </a:rPr>
              <a:t>c</a:t>
            </a:r>
            <a:r>
              <a:rPr sz="1800" spc="4" dirty="0">
                <a:latin typeface="Microsoft Sans Serif"/>
                <a:cs typeface="Microsoft Sans Serif"/>
              </a:rPr>
              <a:t>o</a:t>
            </a:r>
            <a:r>
              <a:rPr sz="1800" spc="0" dirty="0">
                <a:latin typeface="Microsoft Sans Serif"/>
                <a:cs typeface="Microsoft Sans Serif"/>
              </a:rPr>
              <a:t>u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1555" y="1267967"/>
            <a:ext cx="4943983" cy="5307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1000"/>
              </a:lnSpc>
            </a:pPr>
            <a:endParaRPr sz="1000"/>
          </a:p>
          <a:p>
            <a:pPr marL="460883">
              <a:lnSpc>
                <a:spcPts val="1580"/>
              </a:lnSpc>
              <a:spcBef>
                <a:spcPts val="39287"/>
              </a:spcBef>
            </a:pPr>
            <a:r>
              <a:rPr sz="2100" spc="0" baseline="-207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5460" y="2564892"/>
            <a:ext cx="3672840" cy="3052572"/>
          </a:xfrm>
          <a:custGeom>
            <a:avLst/>
            <a:gdLst/>
            <a:ahLst/>
            <a:cxnLst/>
            <a:rect l="l" t="t" r="r" b="b"/>
            <a:pathLst>
              <a:path w="3672840" h="3052572">
                <a:moveTo>
                  <a:pt x="0" y="3052572"/>
                </a:moveTo>
                <a:lnTo>
                  <a:pt x="3672840" y="3052572"/>
                </a:lnTo>
                <a:lnTo>
                  <a:pt x="3672840" y="0"/>
                </a:lnTo>
                <a:lnTo>
                  <a:pt x="0" y="0"/>
                </a:lnTo>
                <a:lnTo>
                  <a:pt x="0" y="3052572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91556" y="1267967"/>
            <a:ext cx="4931283" cy="5228844"/>
          </a:xfrm>
          <a:custGeom>
            <a:avLst/>
            <a:gdLst/>
            <a:ahLst/>
            <a:cxnLst/>
            <a:rect l="l" t="t" r="r" b="b"/>
            <a:pathLst>
              <a:path w="4931283" h="5228844">
                <a:moveTo>
                  <a:pt x="0" y="5228844"/>
                </a:moveTo>
                <a:lnTo>
                  <a:pt x="4931283" y="5228844"/>
                </a:lnTo>
                <a:lnTo>
                  <a:pt x="4931283" y="0"/>
                </a:lnTo>
                <a:lnTo>
                  <a:pt x="0" y="0"/>
                </a:lnTo>
                <a:lnTo>
                  <a:pt x="0" y="5228844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1556" y="1267967"/>
            <a:ext cx="4931283" cy="5228844"/>
          </a:xfrm>
          <a:custGeom>
            <a:avLst/>
            <a:gdLst/>
            <a:ahLst/>
            <a:cxnLst/>
            <a:rect l="l" t="t" r="r" b="b"/>
            <a:pathLst>
              <a:path w="4931283" h="5228844">
                <a:moveTo>
                  <a:pt x="0" y="5228844"/>
                </a:moveTo>
                <a:lnTo>
                  <a:pt x="4931283" y="5228844"/>
                </a:lnTo>
                <a:lnTo>
                  <a:pt x="4931283" y="0"/>
                </a:lnTo>
                <a:lnTo>
                  <a:pt x="0" y="0"/>
                </a:lnTo>
                <a:lnTo>
                  <a:pt x="0" y="5228844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10689" y="462454"/>
            <a:ext cx="892327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  <a:tabLst>
                <a:tab pos="2222500" algn="l"/>
              </a:tabLst>
            </a:pPr>
            <a:r>
              <a:rPr sz="4800" spc="-119" baseline="1477" dirty="0">
                <a:latin typeface="Arial Black"/>
                <a:cs typeface="Arial Black"/>
              </a:rPr>
              <a:t>P</a:t>
            </a:r>
            <a:r>
              <a:rPr sz="4800" spc="-39" baseline="1477" dirty="0">
                <a:latin typeface="Arial Black"/>
                <a:cs typeface="Arial Black"/>
              </a:rPr>
              <a:t>o</a:t>
            </a:r>
            <a:r>
              <a:rPr sz="4800" spc="0" baseline="1477" dirty="0">
                <a:latin typeface="Arial Black"/>
                <a:cs typeface="Arial Black"/>
              </a:rPr>
              <a:t>r</a:t>
            </a:r>
            <a:r>
              <a:rPr sz="4800" spc="-25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que</a:t>
            </a:r>
            <a:r>
              <a:rPr sz="4800" spc="-2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é	</a:t>
            </a:r>
            <a:r>
              <a:rPr sz="4800" spc="-14" baseline="1477" dirty="0">
                <a:latin typeface="Arial Black"/>
                <a:cs typeface="Arial Black"/>
              </a:rPr>
              <a:t>d</a:t>
            </a:r>
            <a:r>
              <a:rPr sz="4800" spc="-9" baseline="1477" dirty="0">
                <a:latin typeface="Arial Black"/>
                <a:cs typeface="Arial Black"/>
              </a:rPr>
              <a:t>ifí</a:t>
            </a:r>
            <a:r>
              <a:rPr sz="4800" spc="-14" baseline="1477" dirty="0">
                <a:latin typeface="Arial Black"/>
                <a:cs typeface="Arial Black"/>
              </a:rPr>
              <a:t>c</a:t>
            </a:r>
            <a:r>
              <a:rPr sz="4800" spc="-9" baseline="1477" dirty="0">
                <a:latin typeface="Arial Black"/>
                <a:cs typeface="Arial Black"/>
              </a:rPr>
              <a:t>i</a:t>
            </a:r>
            <a:r>
              <a:rPr sz="4800" spc="0" baseline="1477" dirty="0">
                <a:latin typeface="Arial Black"/>
                <a:cs typeface="Arial Black"/>
              </a:rPr>
              <a:t>l</a:t>
            </a:r>
            <a:r>
              <a:rPr sz="4800" spc="-1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entender</a:t>
            </a:r>
            <a:r>
              <a:rPr sz="4800" spc="-1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os</a:t>
            </a:r>
            <a:r>
              <a:rPr sz="4800" spc="-24" baseline="1477" dirty="0">
                <a:latin typeface="Arial Black"/>
                <a:cs typeface="Arial Black"/>
              </a:rPr>
              <a:t> </a:t>
            </a:r>
            <a:r>
              <a:rPr sz="4800" spc="50" baseline="1477" dirty="0">
                <a:latin typeface="Arial Black"/>
                <a:cs typeface="Arial Black"/>
              </a:rPr>
              <a:t>r</a:t>
            </a:r>
            <a:r>
              <a:rPr sz="4800" spc="0" baseline="1477" dirty="0">
                <a:latin typeface="Arial Black"/>
                <a:cs typeface="Arial Black"/>
              </a:rPr>
              <a:t>equisitos?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6236" y="1192829"/>
            <a:ext cx="2830363" cy="901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76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Dif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20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ní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736"/>
              </a:spcBef>
            </a:pP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ç</a:t>
            </a:r>
            <a:r>
              <a:rPr sz="2800" spc="0" dirty="0">
                <a:latin typeface="Arial"/>
                <a:cs typeface="Arial"/>
              </a:rPr>
              <a:t>ã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,</a:t>
            </a:r>
            <a:r>
              <a:rPr sz="2800" spc="-167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ex: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5460" y="2564892"/>
            <a:ext cx="3685540" cy="3052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600"/>
              </a:lnSpc>
              <a:spcBef>
                <a:spcPts val="44"/>
              </a:spcBef>
            </a:pPr>
            <a:endParaRPr sz="600"/>
          </a:p>
          <a:p>
            <a:pPr marL="91185">
              <a:lnSpc>
                <a:spcPct val="95825"/>
              </a:lnSpc>
            </a:pPr>
            <a:r>
              <a:rPr sz="3200" spc="-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equ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3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91185">
              <a:lnSpc>
                <a:spcPct val="95825"/>
              </a:lnSpc>
              <a:spcBef>
                <a:spcPts val="918"/>
              </a:spcBef>
            </a:pP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á</a:t>
            </a:r>
            <a:r>
              <a:rPr sz="3200" spc="-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  <a:p>
            <a:pPr marL="91185" marR="300132">
              <a:lnSpc>
                <a:spcPts val="2356"/>
              </a:lnSpc>
              <a:spcBef>
                <a:spcPts val="1141"/>
              </a:spcBef>
            </a:pP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1.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1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b="1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gera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r </a:t>
            </a:r>
            <a:endParaRPr sz="2000">
              <a:latin typeface="Arial"/>
              <a:cs typeface="Arial"/>
            </a:endParaRPr>
          </a:p>
          <a:p>
            <a:pPr marL="91185" marR="300132">
              <a:lnSpc>
                <a:spcPts val="2299"/>
              </a:lnSpc>
              <a:spcBef>
                <a:spcPts val="570"/>
              </a:spcBef>
            </a:pP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ór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men</a:t>
            </a:r>
            <a:r>
              <a:rPr sz="2000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ais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que </a:t>
            </a:r>
            <a:endParaRPr sz="2000">
              <a:latin typeface="Arial"/>
              <a:cs typeface="Arial"/>
            </a:endParaRPr>
          </a:p>
          <a:p>
            <a:pPr marL="91185" marR="300132">
              <a:lnSpc>
                <a:spcPts val="2299"/>
              </a:lnSpc>
              <a:spcBef>
                <a:spcPts val="556"/>
              </a:spcBef>
            </a:pP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dos </a:t>
            </a:r>
            <a:endParaRPr sz="2000">
              <a:latin typeface="Arial"/>
              <a:cs typeface="Arial"/>
            </a:endParaRPr>
          </a:p>
          <a:p>
            <a:pPr marL="91185" marR="300132">
              <a:lnSpc>
                <a:spcPts val="2299"/>
              </a:lnSpc>
              <a:spcBef>
                <a:spcPts val="556"/>
              </a:spcBef>
            </a:pP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pre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cri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por</a:t>
            </a:r>
            <a:endParaRPr sz="2000">
              <a:latin typeface="Arial"/>
              <a:cs typeface="Arial"/>
            </a:endParaRPr>
          </a:p>
          <a:p>
            <a:pPr marL="91185">
              <a:lnSpc>
                <a:spcPct val="95825"/>
              </a:lnSpc>
              <a:spcBef>
                <a:spcPts val="571"/>
              </a:spcBef>
            </a:pP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clíni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duran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0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ê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1555" y="1267967"/>
            <a:ext cx="4943983" cy="52288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750"/>
              </a:lnSpc>
              <a:spcBef>
                <a:spcPts val="23"/>
              </a:spcBef>
            </a:pPr>
            <a:endParaRPr sz="750"/>
          </a:p>
          <a:p>
            <a:pPr marL="203962">
              <a:lnSpc>
                <a:spcPct val="95825"/>
              </a:lnSpc>
            </a:pP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3200" spc="-25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qui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to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 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32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C0504D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91186" marR="184915" indent="-12191">
              <a:lnSpc>
                <a:spcPts val="2356"/>
              </a:lnSpc>
              <a:spcBef>
                <a:spcPts val="937"/>
              </a:spcBef>
            </a:pPr>
            <a:r>
              <a:rPr sz="1900" spc="0" dirty="0">
                <a:latin typeface="Arial"/>
                <a:cs typeface="Arial"/>
              </a:rPr>
              <a:t>1</a:t>
            </a:r>
            <a:r>
              <a:rPr sz="1900" spc="119" dirty="0">
                <a:latin typeface="Arial"/>
                <a:cs typeface="Arial"/>
              </a:rPr>
              <a:t>.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No</a:t>
            </a:r>
            <a:r>
              <a:rPr sz="2000" u="heavy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úl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dia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ê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1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b="1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er </a:t>
            </a:r>
            <a:endParaRPr sz="2000">
              <a:latin typeface="Arial"/>
              <a:cs typeface="Arial"/>
            </a:endParaRPr>
          </a:p>
          <a:p>
            <a:pPr marL="91186" marR="184915">
              <a:lnSpc>
                <a:spcPts val="2299"/>
              </a:lnSpc>
              <a:spcBef>
                <a:spcPts val="593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gerad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um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um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r>
              <a:rPr sz="2000" spc="-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 </a:t>
            </a:r>
            <a:endParaRPr sz="2000">
              <a:latin typeface="Arial"/>
              <a:cs typeface="Arial"/>
            </a:endParaRPr>
          </a:p>
          <a:p>
            <a:pPr marL="91186" marR="184915">
              <a:lnSpc>
                <a:spcPts val="2299"/>
              </a:lnSpc>
              <a:spcBef>
                <a:spcPts val="579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prescr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por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clínica</a:t>
            </a:r>
            <a:r>
              <a:rPr sz="2000" spc="-3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duran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aquele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ê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91186" marR="411543" indent="-12191">
              <a:lnSpc>
                <a:spcPts val="2356"/>
              </a:lnSpc>
              <a:spcBef>
                <a:spcPts val="1079"/>
              </a:spcBef>
            </a:pPr>
            <a:r>
              <a:rPr sz="1900" spc="0" dirty="0">
                <a:latin typeface="Arial"/>
                <a:cs typeface="Arial"/>
              </a:rPr>
              <a:t>2</a:t>
            </a:r>
            <a:r>
              <a:rPr sz="1900" spc="119" dirty="0">
                <a:latin typeface="Arial"/>
                <a:cs typeface="Arial"/>
              </a:rPr>
              <a:t>.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Um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rela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óri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por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clíni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1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b="1" spc="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r </a:t>
            </a:r>
            <a:endParaRPr sz="2000">
              <a:latin typeface="Arial"/>
              <a:cs typeface="Arial"/>
            </a:endParaRPr>
          </a:p>
          <a:p>
            <a:pPr marL="91186" marR="411543">
              <a:lnSpc>
                <a:spcPts val="2299"/>
              </a:lnSpc>
              <a:spcBef>
                <a:spcPts val="570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gerado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,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li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and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3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no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91186" marR="411543">
              <a:lnSpc>
                <a:spcPts val="2299"/>
              </a:lnSpc>
              <a:spcBef>
                <a:spcPts val="556"/>
              </a:spcBef>
            </a:pP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s,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 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l de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pre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cri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ç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õ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91186" marR="411543">
              <a:lnSpc>
                <a:spcPts val="2299"/>
              </a:lnSpc>
              <a:spcBef>
                <a:spcPts val="556"/>
              </a:spcBef>
            </a:pP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marL="91186" marR="213869" indent="-12191">
              <a:lnSpc>
                <a:spcPts val="2299"/>
              </a:lnSpc>
              <a:spcBef>
                <a:spcPts val="1076"/>
              </a:spcBef>
            </a:pPr>
            <a:r>
              <a:rPr sz="1900" spc="0" dirty="0">
                <a:latin typeface="Arial"/>
                <a:cs typeface="Arial"/>
              </a:rPr>
              <a:t>3</a:t>
            </a:r>
            <a:r>
              <a:rPr sz="1900" spc="119" dirty="0">
                <a:latin typeface="Arial"/>
                <a:cs typeface="Arial"/>
              </a:rPr>
              <a:t>.</a:t>
            </a:r>
            <a:r>
              <a:rPr sz="2000" spc="-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-4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os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edi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am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ã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di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poníveis </a:t>
            </a:r>
            <a:endParaRPr sz="2000">
              <a:latin typeface="Arial"/>
              <a:cs typeface="Arial"/>
            </a:endParaRPr>
          </a:p>
          <a:p>
            <a:pPr marL="91186" marR="213869">
              <a:lnSpc>
                <a:spcPts val="2299"/>
              </a:lnSpc>
              <a:spcBef>
                <a:spcPts val="556"/>
              </a:spcBef>
            </a:pP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em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di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f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eren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unid</a:t>
            </a:r>
            <a:r>
              <a:rPr sz="2000" u="heavy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des</a:t>
            </a:r>
            <a:r>
              <a:rPr sz="2000" u="heavy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do</a:t>
            </a:r>
            <a:r>
              <a:rPr sz="2000" u="heavy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agem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91186" marR="213869">
              <a:lnSpc>
                <a:spcPts val="2356"/>
              </a:lnSpc>
              <a:spcBef>
                <a:spcPts val="556"/>
              </a:spcBef>
            </a:pP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(10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,</a:t>
            </a:r>
            <a:r>
              <a:rPr sz="2000" spc="-3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20</a:t>
            </a:r>
            <a:r>
              <a:rPr sz="2000" spc="-14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C0504D"/>
                </a:solidFill>
                <a:latin typeface="Arial"/>
                <a:cs typeface="Arial"/>
              </a:rPr>
              <a:t>g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) 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de</a:t>
            </a:r>
            <a:r>
              <a:rPr sz="2000" b="1" spc="-25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000" b="1" spc="0" dirty="0">
                <a:solidFill>
                  <a:srgbClr val="C0504D"/>
                </a:solidFill>
                <a:latin typeface="Arial"/>
                <a:cs typeface="Arial"/>
              </a:rPr>
              <a:t>em</a:t>
            </a:r>
            <a:r>
              <a:rPr sz="2000" b="1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ser</a:t>
            </a:r>
            <a:r>
              <a:rPr sz="2000" spc="-1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000" spc="4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000" spc="0" dirty="0">
                <a:solidFill>
                  <a:srgbClr val="C0504D"/>
                </a:solidFill>
                <a:latin typeface="Arial"/>
                <a:cs typeface="Arial"/>
              </a:rPr>
              <a:t>iados </a:t>
            </a:r>
            <a:endParaRPr sz="2000">
              <a:latin typeface="Arial"/>
              <a:cs typeface="Arial"/>
            </a:endParaRPr>
          </a:p>
          <a:p>
            <a:pPr marL="91186" marR="213869">
              <a:lnSpc>
                <a:spcPts val="2299"/>
              </a:lnSpc>
              <a:spcBef>
                <a:spcPts val="570"/>
              </a:spcBef>
            </a:pP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rela</a:t>
            </a:r>
            <a:r>
              <a:rPr sz="2000" u="heavy" spc="-19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ório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000" u="heavy" spc="-14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000" u="heavy" spc="-9" dirty="0">
                <a:solidFill>
                  <a:srgbClr val="C0504D"/>
                </a:solidFill>
                <a:latin typeface="Arial"/>
                <a:cs typeface="Arial"/>
              </a:rPr>
              <a:t>parado</a:t>
            </a:r>
            <a:r>
              <a:rPr sz="2000" u="heavy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6868" y="2051177"/>
            <a:ext cx="6799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7715360" y="2051177"/>
            <a:ext cx="689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7363375" y="2051177"/>
            <a:ext cx="689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6952047" y="2051177"/>
            <a:ext cx="718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6212219" y="2051177"/>
            <a:ext cx="6945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8177521" y="3572509"/>
            <a:ext cx="6731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7469631" y="3572509"/>
            <a:ext cx="7569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857260" y="3935221"/>
            <a:ext cx="6871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9647717" y="3935221"/>
            <a:ext cx="6803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8289036" y="3935221"/>
            <a:ext cx="6857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7934628" y="3935221"/>
            <a:ext cx="7094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7392527" y="3935221"/>
            <a:ext cx="6820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6285926" y="4298188"/>
            <a:ext cx="6737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8662889" y="5087620"/>
            <a:ext cx="689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8313450" y="5087620"/>
            <a:ext cx="6642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7208946" y="5087620"/>
            <a:ext cx="7120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6716807" y="5813349"/>
            <a:ext cx="6930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698110"/>
            <a:ext cx="1794635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4" baseline="1611" dirty="0">
                <a:latin typeface="Arial Black"/>
                <a:cs typeface="Arial Black"/>
              </a:rPr>
              <a:t>Ti</a:t>
            </a:r>
            <a:r>
              <a:rPr sz="6600" spc="0" baseline="1611" dirty="0">
                <a:latin typeface="Arial Black"/>
                <a:cs typeface="Arial Black"/>
              </a:rPr>
              <a:t>p</a:t>
            </a:r>
            <a:r>
              <a:rPr sz="6600" spc="-19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4701" y="698110"/>
            <a:ext cx="868793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de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1292" y="698110"/>
            <a:ext cx="3326295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0" baseline="1611" dirty="0">
                <a:latin typeface="Arial Black"/>
                <a:cs typeface="Arial Black"/>
              </a:rPr>
              <a:t>t</a:t>
            </a:r>
            <a:r>
              <a:rPr sz="6600" spc="-19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2786" y="2994745"/>
            <a:ext cx="2460139" cy="1277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35"/>
              </a:lnSpc>
              <a:spcBef>
                <a:spcPts val="191"/>
              </a:spcBef>
            </a:pPr>
            <a:r>
              <a:rPr sz="3600" spc="535" dirty="0">
                <a:latin typeface="Times New Roman"/>
                <a:cs typeface="Times New Roman"/>
              </a:rPr>
              <a:t>•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0" dirty="0">
                <a:latin typeface="Arial"/>
                <a:cs typeface="Arial"/>
              </a:rPr>
              <a:t>q</a:t>
            </a:r>
            <a:r>
              <a:rPr sz="3600" spc="-19" dirty="0">
                <a:latin typeface="Arial"/>
                <a:cs typeface="Arial"/>
              </a:rPr>
              <a:t>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os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871"/>
              </a:spcBef>
            </a:pPr>
            <a:r>
              <a:rPr sz="3600" spc="535" dirty="0">
                <a:latin typeface="Times New Roman"/>
                <a:cs typeface="Times New Roman"/>
              </a:rPr>
              <a:t>•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0" dirty="0">
                <a:latin typeface="Arial"/>
                <a:cs typeface="Arial"/>
              </a:rPr>
              <a:t>q</a:t>
            </a:r>
            <a:r>
              <a:rPr sz="3600" spc="-19" dirty="0">
                <a:latin typeface="Arial"/>
                <a:cs typeface="Arial"/>
              </a:rPr>
              <a:t>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os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8016" y="2999469"/>
            <a:ext cx="3293211" cy="12724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224" marR="68579">
              <a:lnSpc>
                <a:spcPts val="3779"/>
              </a:lnSpc>
              <a:spcBef>
                <a:spcPts val="189"/>
              </a:spcBef>
            </a:pPr>
            <a:r>
              <a:rPr sz="3600" spc="-14" dirty="0">
                <a:latin typeface="Arial"/>
                <a:cs typeface="Arial"/>
              </a:rPr>
              <a:t>F</a:t>
            </a:r>
            <a:r>
              <a:rPr sz="3600" spc="0" dirty="0">
                <a:latin typeface="Arial"/>
                <a:cs typeface="Arial"/>
              </a:rPr>
              <a:t>u</a:t>
            </a:r>
            <a:r>
              <a:rPr sz="3600" spc="-19" dirty="0">
                <a:latin typeface="Arial"/>
                <a:cs typeface="Arial"/>
              </a:rPr>
              <a:t>n</a:t>
            </a:r>
            <a:r>
              <a:rPr sz="3600" spc="-9" dirty="0">
                <a:latin typeface="Arial"/>
                <a:cs typeface="Arial"/>
              </a:rPr>
              <a:t>c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o</a:t>
            </a:r>
            <a:r>
              <a:rPr sz="3600" spc="0" dirty="0">
                <a:latin typeface="Arial"/>
                <a:cs typeface="Arial"/>
              </a:rPr>
              <a:t>n</a:t>
            </a:r>
            <a:r>
              <a:rPr sz="3600" spc="-19" dirty="0">
                <a:latin typeface="Arial"/>
                <a:cs typeface="Arial"/>
              </a:rPr>
              <a:t>a</a:t>
            </a:r>
            <a:r>
              <a:rPr sz="3600" spc="0" dirty="0">
                <a:latin typeface="Arial"/>
                <a:cs typeface="Arial"/>
              </a:rPr>
              <a:t>is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890"/>
              </a:spcBef>
            </a:pPr>
            <a:r>
              <a:rPr sz="3600" spc="0" dirty="0">
                <a:latin typeface="Arial"/>
                <a:cs typeface="Arial"/>
              </a:rPr>
              <a:t>N</a:t>
            </a:r>
            <a:r>
              <a:rPr sz="3600" spc="-19" dirty="0">
                <a:latin typeface="Arial"/>
                <a:cs typeface="Arial"/>
              </a:rPr>
              <a:t>ã</a:t>
            </a:r>
            <a:r>
              <a:rPr sz="3600" spc="-9" dirty="0">
                <a:latin typeface="Arial"/>
                <a:cs typeface="Arial"/>
              </a:rPr>
              <a:t>o-</a:t>
            </a:r>
            <a:r>
              <a:rPr sz="3600" spc="-14" dirty="0">
                <a:latin typeface="Arial"/>
                <a:cs typeface="Arial"/>
              </a:rPr>
              <a:t>F</a:t>
            </a:r>
            <a:r>
              <a:rPr sz="3600" spc="0" dirty="0">
                <a:latin typeface="Arial"/>
                <a:cs typeface="Arial"/>
              </a:rPr>
              <a:t>u</a:t>
            </a:r>
            <a:r>
              <a:rPr sz="3600" spc="-19" dirty="0">
                <a:latin typeface="Arial"/>
                <a:cs typeface="Arial"/>
              </a:rPr>
              <a:t>n</a:t>
            </a:r>
            <a:r>
              <a:rPr sz="3600" spc="-9" dirty="0">
                <a:latin typeface="Arial"/>
                <a:cs typeface="Arial"/>
              </a:rPr>
              <a:t>c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o</a:t>
            </a:r>
            <a:r>
              <a:rPr sz="3600" spc="0" dirty="0">
                <a:latin typeface="Arial"/>
                <a:cs typeface="Arial"/>
              </a:rPr>
              <a:t>n</a:t>
            </a:r>
            <a:r>
              <a:rPr sz="3600" spc="-19" dirty="0">
                <a:latin typeface="Arial"/>
                <a:cs typeface="Arial"/>
              </a:rPr>
              <a:t>a</a:t>
            </a:r>
            <a:r>
              <a:rPr sz="3600" spc="0" dirty="0">
                <a:latin typeface="Arial"/>
                <a:cs typeface="Arial"/>
              </a:rPr>
              <a:t>is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5161" y="6383913"/>
            <a:ext cx="154000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698110"/>
            <a:ext cx="3324616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-125" baseline="1611" dirty="0">
                <a:latin typeface="Arial Black"/>
                <a:cs typeface="Arial Black"/>
              </a:rPr>
              <a:t>R</a:t>
            </a:r>
            <a:r>
              <a:rPr sz="6600" spc="0" baseline="1611" dirty="0">
                <a:latin typeface="Arial Black"/>
                <a:cs typeface="Arial Black"/>
              </a:rPr>
              <a:t>e</a:t>
            </a:r>
            <a:r>
              <a:rPr sz="6600" spc="-19" baseline="1611" dirty="0">
                <a:latin typeface="Arial Black"/>
                <a:cs typeface="Arial Black"/>
              </a:rPr>
              <a:t>q</a:t>
            </a:r>
            <a:r>
              <a:rPr sz="6600" spc="0" baseline="1611" dirty="0">
                <a:latin typeface="Arial Black"/>
                <a:cs typeface="Arial Black"/>
              </a:rPr>
              <a:t>u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-14" baseline="1611" dirty="0">
                <a:latin typeface="Arial Black"/>
                <a:cs typeface="Arial Black"/>
              </a:rPr>
              <a:t>si</a:t>
            </a:r>
            <a:r>
              <a:rPr sz="6600" spc="0" baseline="1611" dirty="0">
                <a:latin typeface="Arial Black"/>
                <a:cs typeface="Arial Black"/>
              </a:rPr>
              <a:t>t</a:t>
            </a:r>
            <a:r>
              <a:rPr sz="6600" spc="-34" baseline="1611" dirty="0">
                <a:latin typeface="Arial Black"/>
                <a:cs typeface="Arial Black"/>
              </a:rPr>
              <a:t>o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7177" y="698110"/>
            <a:ext cx="3435979" cy="5850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0" baseline="1611" dirty="0">
                <a:latin typeface="Arial Black"/>
                <a:cs typeface="Arial Black"/>
              </a:rPr>
              <a:t>F</a:t>
            </a:r>
            <a:r>
              <a:rPr sz="6600" spc="-19" baseline="1611" dirty="0">
                <a:latin typeface="Arial Black"/>
                <a:cs typeface="Arial Black"/>
              </a:rPr>
              <a:t>u</a:t>
            </a:r>
            <a:r>
              <a:rPr sz="6600" spc="0" baseline="1611" dirty="0">
                <a:latin typeface="Arial Black"/>
                <a:cs typeface="Arial Black"/>
              </a:rPr>
              <a:t>n</a:t>
            </a:r>
            <a:r>
              <a:rPr sz="6600" spc="-19" baseline="1611" dirty="0">
                <a:latin typeface="Arial Black"/>
                <a:cs typeface="Arial Black"/>
              </a:rPr>
              <a:t>c</a:t>
            </a:r>
            <a:r>
              <a:rPr sz="6600" spc="-14" baseline="1611" dirty="0">
                <a:latin typeface="Arial Black"/>
                <a:cs typeface="Arial Black"/>
              </a:rPr>
              <a:t>i</a:t>
            </a:r>
            <a:r>
              <a:rPr sz="6600" spc="0" baseline="1611" dirty="0">
                <a:latin typeface="Arial Black"/>
                <a:cs typeface="Arial Black"/>
              </a:rPr>
              <a:t>o</a:t>
            </a:r>
            <a:r>
              <a:rPr sz="6600" spc="-19" baseline="1611" dirty="0">
                <a:latin typeface="Arial Black"/>
                <a:cs typeface="Arial Black"/>
              </a:rPr>
              <a:t>n</a:t>
            </a:r>
            <a:r>
              <a:rPr sz="6600" spc="0" baseline="1611" dirty="0">
                <a:latin typeface="Arial Black"/>
                <a:cs typeface="Arial Black"/>
              </a:rPr>
              <a:t>a</a:t>
            </a:r>
            <a:r>
              <a:rPr sz="6600" spc="-25" baseline="1611" dirty="0">
                <a:latin typeface="Arial Black"/>
                <a:cs typeface="Arial Black"/>
              </a:rPr>
              <a:t>i</a:t>
            </a:r>
            <a:r>
              <a:rPr sz="6600" spc="0" baseline="1611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2929" y="1768310"/>
            <a:ext cx="7857361" cy="19291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0098">
              <a:lnSpc>
                <a:spcPts val="3835"/>
              </a:lnSpc>
              <a:spcBef>
                <a:spcPts val="191"/>
              </a:spcBef>
            </a:pPr>
            <a:r>
              <a:rPr sz="3600" spc="535" dirty="0">
                <a:latin typeface="Times New Roman"/>
                <a:cs typeface="Times New Roman"/>
              </a:rPr>
              <a:t>•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-9" dirty="0">
                <a:latin typeface="Arial"/>
                <a:cs typeface="Arial"/>
              </a:rPr>
              <a:t>qu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-9" dirty="0">
                <a:latin typeface="Arial"/>
                <a:cs typeface="Arial"/>
              </a:rPr>
              <a:t>o</a:t>
            </a:r>
            <a:r>
              <a:rPr sz="3600" spc="0" dirty="0">
                <a:latin typeface="Arial"/>
                <a:cs typeface="Arial"/>
              </a:rPr>
              <a:t>s d</a:t>
            </a:r>
            <a:r>
              <a:rPr sz="3600" spc="-14" dirty="0">
                <a:latin typeface="Arial"/>
                <a:cs typeface="Arial"/>
              </a:rPr>
              <a:t>i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-14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a</a:t>
            </a:r>
            <a:r>
              <a:rPr sz="3600" spc="-19" dirty="0">
                <a:latin typeface="Arial"/>
                <a:cs typeface="Arial"/>
              </a:rPr>
              <a:t>m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9" dirty="0">
                <a:latin typeface="Arial"/>
                <a:cs typeface="Arial"/>
              </a:rPr>
              <a:t>n</a:t>
            </a:r>
            <a:r>
              <a:rPr sz="3600" spc="-14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4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li</a:t>
            </a:r>
            <a:r>
              <a:rPr sz="3600" spc="-19" dirty="0">
                <a:latin typeface="Arial"/>
                <a:cs typeface="Arial"/>
              </a:rPr>
              <a:t>g</a:t>
            </a:r>
            <a:r>
              <a:rPr sz="3600" spc="0" dirty="0">
                <a:latin typeface="Arial"/>
                <a:cs typeface="Arial"/>
              </a:rPr>
              <a:t>a</a:t>
            </a:r>
            <a:r>
              <a:rPr sz="3600" spc="-19" dirty="0">
                <a:latin typeface="Arial"/>
                <a:cs typeface="Arial"/>
              </a:rPr>
              <a:t>d</a:t>
            </a:r>
            <a:r>
              <a:rPr sz="3600" spc="0" dirty="0">
                <a:latin typeface="Arial"/>
                <a:cs typeface="Arial"/>
              </a:rPr>
              <a:t>os</a:t>
            </a:r>
            <a:r>
              <a:rPr sz="3600" spc="-24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a</a:t>
            </a:r>
            <a:r>
              <a:rPr sz="3600" spc="-19" dirty="0">
                <a:latin typeface="Arial"/>
                <a:cs typeface="Arial"/>
              </a:rPr>
              <a:t>..</a:t>
            </a:r>
            <a:r>
              <a:rPr sz="3600" spc="0" dirty="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  <a:p>
            <a:pPr marL="470281" marR="70098">
              <a:lnSpc>
                <a:spcPct val="95825"/>
              </a:lnSpc>
              <a:spcBef>
                <a:spcPts val="58"/>
              </a:spcBef>
            </a:pPr>
            <a:r>
              <a:rPr sz="3200" spc="347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r>
              <a:rPr sz="3200" spc="-4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Fun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qu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ne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0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470281">
              <a:lnSpc>
                <a:spcPct val="95825"/>
              </a:lnSpc>
              <a:spcBef>
                <a:spcPts val="300"/>
              </a:spcBef>
            </a:pPr>
            <a:r>
              <a:rPr sz="3200" spc="347" dirty="0">
                <a:latin typeface="Times New Roman"/>
                <a:cs typeface="Times New Roman"/>
              </a:rPr>
              <a:t>•</a:t>
            </a:r>
            <a:r>
              <a:rPr sz="3200" spc="-475" dirty="0">
                <a:latin typeface="Times New Roman"/>
                <a:cs typeface="Times New Roman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eagi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 a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ent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ada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  <a:p>
            <a:pPr marL="698881" marR="70098">
              <a:lnSpc>
                <a:spcPts val="3379"/>
              </a:lnSpc>
              <a:spcBef>
                <a:spcPts val="169"/>
              </a:spcBef>
            </a:pP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í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0510" y="3770331"/>
            <a:ext cx="4782486" cy="18205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347" dirty="0">
                <a:latin typeface="Times New Roman"/>
                <a:cs typeface="Times New Roman"/>
              </a:rPr>
              <a:t>•</a:t>
            </a:r>
            <a:r>
              <a:rPr sz="3200" spc="-475" dirty="0">
                <a:latin typeface="Times New Roman"/>
                <a:cs typeface="Times New Roman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4" dirty="0">
                <a:solidFill>
                  <a:srgbClr val="990000"/>
                </a:solidFill>
                <a:latin typeface="Arial"/>
                <a:cs typeface="Arial"/>
              </a:rPr>
              <a:t>se</a:t>
            </a:r>
            <a:endParaRPr sz="3200">
              <a:latin typeface="Arial"/>
              <a:cs typeface="Arial"/>
            </a:endParaRPr>
          </a:p>
          <a:p>
            <a:pPr marL="241300" marR="70098">
              <a:lnSpc>
                <a:spcPts val="3379"/>
              </a:lnSpc>
            </a:pP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nada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ua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s.</a:t>
            </a:r>
            <a:endParaRPr sz="3200">
              <a:latin typeface="Arial"/>
              <a:cs typeface="Arial"/>
            </a:endParaRPr>
          </a:p>
          <a:p>
            <a:pPr marL="241300" marR="37934" indent="-228600">
              <a:lnSpc>
                <a:spcPts val="3500"/>
              </a:lnSpc>
              <a:spcBef>
                <a:spcPts val="525"/>
              </a:spcBef>
            </a:pPr>
            <a:r>
              <a:rPr sz="3200" spc="347" dirty="0">
                <a:latin typeface="Times New Roman"/>
                <a:cs typeface="Times New Roman"/>
              </a:rPr>
              <a:t>•</a:t>
            </a:r>
            <a:r>
              <a:rPr sz="3200" spc="-475" dirty="0">
                <a:latin typeface="Times New Roman"/>
                <a:cs typeface="Times New Roman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Pode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també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nã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3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z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0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1933" y="3774535"/>
            <a:ext cx="2589295" cy="4323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mpo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2121" y="4713573"/>
            <a:ext cx="2946995" cy="4323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qu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em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5161" y="6383913"/>
            <a:ext cx="154000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11356"/>
            <a:ext cx="5881749" cy="9785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15"/>
              </a:lnSpc>
              <a:spcBef>
                <a:spcPts val="200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54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ona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29" baseline="3939" dirty="0">
                <a:latin typeface="Arial Black"/>
                <a:cs typeface="Arial Black"/>
              </a:rPr>
              <a:t> </a:t>
            </a:r>
            <a:r>
              <a:rPr sz="5400" spc="0" baseline="3939" dirty="0">
                <a:latin typeface="Arial Black"/>
                <a:cs typeface="Arial Black"/>
              </a:rPr>
              <a:t>-</a:t>
            </a:r>
            <a:endParaRPr sz="3600">
              <a:latin typeface="Arial Black"/>
              <a:cs typeface="Arial Black"/>
            </a:endParaRPr>
          </a:p>
          <a:p>
            <a:pPr marL="12700" marR="68625">
              <a:lnSpc>
                <a:spcPts val="3690"/>
              </a:lnSpc>
            </a:pPr>
            <a:r>
              <a:rPr sz="5400" spc="0" baseline="1969" dirty="0">
                <a:latin typeface="Arial Black"/>
                <a:cs typeface="Arial Black"/>
              </a:rPr>
              <a:t>E</a:t>
            </a:r>
            <a:r>
              <a:rPr sz="5400" spc="-79" baseline="1969" dirty="0">
                <a:latin typeface="Arial Black"/>
                <a:cs typeface="Arial Black"/>
              </a:rPr>
              <a:t>x</a:t>
            </a:r>
            <a:r>
              <a:rPr sz="5400" spc="-14" baseline="1969" dirty="0">
                <a:latin typeface="Arial Black"/>
                <a:cs typeface="Arial Black"/>
              </a:rPr>
              <a:t>e</a:t>
            </a:r>
            <a:r>
              <a:rPr sz="5400" spc="-9" baseline="1969" dirty="0">
                <a:latin typeface="Arial Black"/>
                <a:cs typeface="Arial Black"/>
              </a:rPr>
              <a:t>m</a:t>
            </a:r>
            <a:r>
              <a:rPr sz="5400" spc="-14" baseline="1969" dirty="0">
                <a:latin typeface="Arial Black"/>
                <a:cs typeface="Arial Black"/>
              </a:rPr>
              <a:t>p</a:t>
            </a:r>
            <a:r>
              <a:rPr sz="5400" spc="0" baseline="1969" dirty="0">
                <a:latin typeface="Arial Black"/>
                <a:cs typeface="Arial Black"/>
              </a:rPr>
              <a:t>l</a:t>
            </a:r>
            <a:r>
              <a:rPr sz="5400" spc="-25" baseline="1969" dirty="0">
                <a:latin typeface="Arial Black"/>
                <a:cs typeface="Arial Black"/>
              </a:rPr>
              <a:t>o</a:t>
            </a:r>
            <a:r>
              <a:rPr sz="5400" spc="0" baseline="1969" dirty="0">
                <a:latin typeface="Arial Black"/>
                <a:cs typeface="Arial Black"/>
              </a:rPr>
              <a:t>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5885" y="1871278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485" y="1874946"/>
            <a:ext cx="2771560" cy="1259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7504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latin typeface="Arial"/>
                <a:cs typeface="Arial"/>
              </a:rPr>
              <a:t>“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32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á</a:t>
            </a:r>
            <a:r>
              <a:rPr sz="2800" spc="0" dirty="0">
                <a:latin typeface="Arial"/>
                <a:cs typeface="Arial"/>
              </a:rPr>
              <a:t>rio</a:t>
            </a:r>
            <a:r>
              <a:rPr sz="2800" spc="293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deve</a:t>
            </a:r>
            <a:endParaRPr sz="2800">
              <a:latin typeface="Arial"/>
              <a:cs typeface="Arial"/>
            </a:endParaRPr>
          </a:p>
          <a:p>
            <a:pPr marL="12700" marR="29708">
              <a:lnSpc>
                <a:spcPts val="3000"/>
              </a:lnSpc>
              <a:spcBef>
                <a:spcPts val="1"/>
              </a:spcBef>
            </a:pPr>
            <a:r>
              <a:rPr sz="2800" spc="0" dirty="0">
                <a:latin typeface="Arial"/>
                <a:cs typeface="Arial"/>
              </a:rPr>
              <a:t>to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54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acerv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83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54"/>
              </a:spcBef>
            </a:pPr>
            <a:r>
              <a:rPr sz="2800" spc="4" dirty="0">
                <a:latin typeface="Arial"/>
                <a:cs typeface="Arial"/>
              </a:rPr>
              <a:t>“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16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sistema</a:t>
            </a:r>
            <a:r>
              <a:rPr sz="2800" spc="118" dirty="0">
                <a:latin typeface="Arial"/>
                <a:cs typeface="Arial"/>
              </a:rPr>
              <a:t> </a:t>
            </a:r>
            <a:r>
              <a:rPr sz="2800" b="1" spc="0" dirty="0">
                <a:latin typeface="Arial"/>
                <a:cs typeface="Arial"/>
              </a:rPr>
              <a:t>deve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2511" y="1874946"/>
            <a:ext cx="4547474" cy="1259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3660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latin typeface="Arial"/>
                <a:cs typeface="Arial"/>
              </a:rPr>
              <a:t>consegui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24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fa</a:t>
            </a:r>
            <a:r>
              <a:rPr sz="2800" spc="9" dirty="0">
                <a:latin typeface="Arial"/>
                <a:cs typeface="Arial"/>
              </a:rPr>
              <a:t>z</a:t>
            </a:r>
            <a:r>
              <a:rPr sz="2800" spc="0" dirty="0">
                <a:latin typeface="Arial"/>
                <a:cs typeface="Arial"/>
              </a:rPr>
              <a:t>er</a:t>
            </a:r>
            <a:r>
              <a:rPr sz="2800" spc="31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scas</a:t>
            </a:r>
            <a:r>
              <a:rPr sz="2800" spc="291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em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  <a:spcBef>
                <a:spcPts val="1"/>
              </a:spcBef>
            </a:pPr>
            <a:r>
              <a:rPr sz="2800" spc="0" dirty="0">
                <a:latin typeface="Arial"/>
                <a:cs typeface="Arial"/>
              </a:rPr>
              <a:t>mat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is</a:t>
            </a:r>
            <a:r>
              <a:rPr sz="2800" spc="-11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4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g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áf</a:t>
            </a:r>
            <a:r>
              <a:rPr sz="2800" spc="9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25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.</a:t>
            </a:r>
            <a:r>
              <a:rPr sz="2800" spc="0" dirty="0"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 marL="70612" marR="2419">
              <a:lnSpc>
                <a:spcPct val="95825"/>
              </a:lnSpc>
              <a:spcBef>
                <a:spcPts val="554"/>
              </a:spcBef>
            </a:pPr>
            <a:r>
              <a:rPr sz="2800" spc="0" dirty="0">
                <a:latin typeface="Arial"/>
                <a:cs typeface="Arial"/>
              </a:rPr>
              <a:t>fo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ne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er</a:t>
            </a:r>
            <a:r>
              <a:rPr sz="2800" spc="117" dirty="0"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telas</a:t>
            </a:r>
            <a:r>
              <a:rPr sz="2800" b="1" spc="14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b="1" spc="-14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rop</a:t>
            </a:r>
            <a:r>
              <a:rPr sz="2800" b="1" spc="-14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b="1" spc="-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b="1" spc="-14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5885" y="2750376"/>
            <a:ext cx="254892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485" y="3138596"/>
            <a:ext cx="7296199" cy="16534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par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-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usu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á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rio</a:t>
            </a:r>
            <a:r>
              <a:rPr sz="2800" spc="-4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-1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me</a:t>
            </a:r>
            <a:r>
              <a:rPr sz="2800" spc="19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tos</a:t>
            </a:r>
            <a:r>
              <a:rPr sz="2800" spc="-102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disp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ní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no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  <a:spcBef>
                <a:spcPts val="3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tó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io</a:t>
            </a:r>
            <a:r>
              <a:rPr sz="2800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-3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u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me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to</a:t>
            </a:r>
            <a:r>
              <a:rPr sz="2800" spc="25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.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625"/>
              </a:spcBef>
            </a:pP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“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-6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tema</a:t>
            </a:r>
            <a:r>
              <a:rPr sz="2800" spc="-10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deve</a:t>
            </a:r>
            <a:r>
              <a:rPr sz="2800" b="1" spc="-5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pe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mitir</a:t>
            </a:r>
            <a:r>
              <a:rPr sz="2800" spc="-9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-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tro</a:t>
            </a:r>
            <a:r>
              <a:rPr sz="2800" spc="-107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5"/>
              </a:lnSpc>
              <a:spcBef>
                <a:spcPts val="150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fo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c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6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da</a:t>
            </a:r>
            <a:r>
              <a:rPr sz="2800" spc="-3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j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5885" y="4026218"/>
            <a:ext cx="254892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5885" y="4929057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4485" y="4932725"/>
            <a:ext cx="6630731" cy="16548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“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-5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ema</a:t>
            </a:r>
            <a:r>
              <a:rPr sz="2800" spc="-8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0" dirty="0">
                <a:solidFill>
                  <a:srgbClr val="C0504D"/>
                </a:solidFill>
                <a:latin typeface="Arial"/>
                <a:cs typeface="Arial"/>
              </a:rPr>
              <a:t>deve</a:t>
            </a:r>
            <a:r>
              <a:rPr sz="2800" b="1" spc="-48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ut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z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ar</a:t>
            </a:r>
            <a:r>
              <a:rPr sz="2800" spc="-8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4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dado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76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b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d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  <a:spcBef>
                <a:spcPts val="1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rt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-6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dos</a:t>
            </a:r>
            <a:r>
              <a:rPr sz="2800" spc="-4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28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-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i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nt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p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e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t</a:t>
            </a:r>
            <a:r>
              <a:rPr sz="2800" spc="39" dirty="0">
                <a:solidFill>
                  <a:srgbClr val="C0504D"/>
                </a:solidFill>
                <a:latin typeface="Arial"/>
                <a:cs typeface="Arial"/>
              </a:rPr>
              <a:t>á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-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s</a:t>
            </a:r>
            <a:r>
              <a:rPr sz="2800" spc="-163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pa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re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li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z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ar</a:t>
            </a:r>
            <a:r>
              <a:rPr sz="2800" spc="-91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eg</a:t>
            </a:r>
            <a:r>
              <a:rPr sz="2800" spc="9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ç</a:t>
            </a:r>
            <a:r>
              <a:rPr sz="2800" spc="4" dirty="0">
                <a:solidFill>
                  <a:srgbClr val="C0504D"/>
                </a:solidFill>
                <a:latin typeface="Arial"/>
                <a:cs typeface="Arial"/>
              </a:rPr>
              <a:t>ã</a:t>
            </a: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o”</a:t>
            </a:r>
            <a:endParaRPr sz="2800">
              <a:latin typeface="Arial"/>
              <a:cs typeface="Arial"/>
            </a:endParaRPr>
          </a:p>
          <a:p>
            <a:pPr marL="3617302" marR="2859427" algn="ctr">
              <a:lnSpc>
                <a:spcPct val="95825"/>
              </a:lnSpc>
              <a:spcBef>
                <a:spcPts val="2240"/>
              </a:spcBef>
            </a:pPr>
            <a:r>
              <a:rPr sz="1400" spc="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2394" y="4932725"/>
            <a:ext cx="28879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70150"/>
            <a:ext cx="520808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</a:pPr>
            <a:r>
              <a:rPr sz="4800" spc="-89" baseline="1477" dirty="0">
                <a:latin typeface="Arial Black"/>
                <a:cs typeface="Arial Black"/>
              </a:rPr>
              <a:t>R</a:t>
            </a:r>
            <a:r>
              <a:rPr sz="4800" spc="-14" baseline="1477" dirty="0">
                <a:latin typeface="Arial Black"/>
                <a:cs typeface="Arial Black"/>
              </a:rPr>
              <a:t>equ</a:t>
            </a:r>
            <a:r>
              <a:rPr sz="4800" spc="-9" baseline="1477" dirty="0">
                <a:latin typeface="Arial Black"/>
                <a:cs typeface="Arial Black"/>
              </a:rPr>
              <a:t>isi</a:t>
            </a:r>
            <a:r>
              <a:rPr sz="4800" spc="0" baseline="1477" dirty="0">
                <a:latin typeface="Arial Black"/>
                <a:cs typeface="Arial Black"/>
              </a:rPr>
              <a:t>t</a:t>
            </a:r>
            <a:r>
              <a:rPr sz="4800" spc="-19" baseline="1477" dirty="0">
                <a:latin typeface="Arial Black"/>
                <a:cs typeface="Arial Black"/>
              </a:rPr>
              <a:t>o</a:t>
            </a:r>
            <a:r>
              <a:rPr sz="4800" spc="0" baseline="1477" dirty="0">
                <a:latin typeface="Arial Black"/>
                <a:cs typeface="Arial Black"/>
              </a:rPr>
              <a:t>s</a:t>
            </a:r>
            <a:r>
              <a:rPr sz="4800" spc="-84" baseline="1477" dirty="0">
                <a:latin typeface="Arial Black"/>
                <a:cs typeface="Arial Black"/>
              </a:rPr>
              <a:t> </a:t>
            </a:r>
            <a:r>
              <a:rPr sz="4800" spc="-14" baseline="1477" dirty="0">
                <a:latin typeface="Arial Black"/>
                <a:cs typeface="Arial Black"/>
              </a:rPr>
              <a:t>Func</a:t>
            </a:r>
            <a:r>
              <a:rPr sz="4800" spc="-9" baseline="1477" dirty="0">
                <a:latin typeface="Arial Black"/>
                <a:cs typeface="Arial Black"/>
              </a:rPr>
              <a:t>i</a:t>
            </a:r>
            <a:r>
              <a:rPr sz="4800" spc="-14" baseline="1477" dirty="0">
                <a:latin typeface="Arial Black"/>
                <a:cs typeface="Arial Black"/>
              </a:rPr>
              <a:t>ona</a:t>
            </a:r>
            <a:r>
              <a:rPr sz="4800" spc="-9" baseline="1477" dirty="0">
                <a:latin typeface="Arial Black"/>
                <a:cs typeface="Arial Black"/>
              </a:rPr>
              <a:t>i</a:t>
            </a:r>
            <a:r>
              <a:rPr sz="4800" spc="0" baseline="1477" dirty="0">
                <a:latin typeface="Arial Black"/>
                <a:cs typeface="Arial Black"/>
              </a:rPr>
              <a:t>s</a:t>
            </a:r>
            <a:r>
              <a:rPr sz="4800" spc="-15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-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263" y="1014920"/>
            <a:ext cx="2734767" cy="432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</a:pPr>
            <a:r>
              <a:rPr sz="4800" spc="-19" baseline="1477" dirty="0">
                <a:latin typeface="Arial Black"/>
                <a:cs typeface="Arial Black"/>
              </a:rPr>
              <a:t>Q</a:t>
            </a:r>
            <a:r>
              <a:rPr sz="4800" spc="-14" baseline="1477" dirty="0">
                <a:latin typeface="Arial Black"/>
                <a:cs typeface="Arial Black"/>
              </a:rPr>
              <a:t>ualidad</a:t>
            </a:r>
            <a:r>
              <a:rPr sz="4800" spc="0" baseline="1477" dirty="0">
                <a:latin typeface="Arial Black"/>
                <a:cs typeface="Arial Black"/>
              </a:rPr>
              <a:t>e</a:t>
            </a:r>
            <a:r>
              <a:rPr sz="4800" spc="34" baseline="1477" dirty="0">
                <a:latin typeface="Arial Black"/>
                <a:cs typeface="Arial Black"/>
              </a:rPr>
              <a:t> </a:t>
            </a:r>
            <a:r>
              <a:rPr sz="4800" spc="0" baseline="1477" dirty="0">
                <a:latin typeface="Arial Black"/>
                <a:cs typeface="Arial Black"/>
              </a:rPr>
              <a:t>e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404" y="1014920"/>
            <a:ext cx="2050135" cy="432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04"/>
              </a:lnSpc>
              <a:spcBef>
                <a:spcPts val="170"/>
              </a:spcBef>
            </a:pPr>
            <a:r>
              <a:rPr sz="4800" spc="0" baseline="1477" dirty="0">
                <a:latin typeface="Arial Black"/>
                <a:cs typeface="Arial Black"/>
              </a:rPr>
              <a:t>P</a:t>
            </a:r>
            <a:r>
              <a:rPr sz="4800" spc="50" baseline="1477" dirty="0">
                <a:latin typeface="Arial Black"/>
                <a:cs typeface="Arial Black"/>
              </a:rPr>
              <a:t>r</a:t>
            </a:r>
            <a:r>
              <a:rPr sz="4800" spc="0" baseline="1477" dirty="0">
                <a:latin typeface="Arial Black"/>
                <a:cs typeface="Arial Black"/>
              </a:rPr>
              <a:t>ecis</a:t>
            </a:r>
            <a:r>
              <a:rPr sz="4800" spc="-9" baseline="1477" dirty="0">
                <a:latin typeface="Arial Black"/>
                <a:cs typeface="Arial Black"/>
              </a:rPr>
              <a:t>ã</a:t>
            </a:r>
            <a:r>
              <a:rPr sz="4800" spc="0" baseline="1477" dirty="0">
                <a:latin typeface="Arial Black"/>
                <a:cs typeface="Arial Black"/>
              </a:rPr>
              <a:t>o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4511" y="1815525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3111" y="1819193"/>
            <a:ext cx="7529476" cy="761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Sur</a:t>
            </a:r>
            <a:r>
              <a:rPr sz="2800" spc="9" dirty="0">
                <a:latin typeface="Arial"/>
                <a:cs typeface="Arial"/>
              </a:rPr>
              <a:t>g</a:t>
            </a:r>
            <a:r>
              <a:rPr sz="2800" spc="0" dirty="0">
                <a:latin typeface="Arial"/>
                <a:cs typeface="Arial"/>
              </a:rPr>
              <a:t>em</a:t>
            </a:r>
            <a:r>
              <a:rPr sz="2800" spc="-8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v</a:t>
            </a:r>
            <a:r>
              <a:rPr sz="2800" spc="9" dirty="0">
                <a:latin typeface="Arial"/>
                <a:cs typeface="Arial"/>
              </a:rPr>
              <a:t>á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74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pr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b</a:t>
            </a:r>
            <a:r>
              <a:rPr sz="2800" spc="4" dirty="0">
                <a:latin typeface="Arial"/>
                <a:cs typeface="Arial"/>
              </a:rPr>
              <a:t>l</a:t>
            </a:r>
            <a:r>
              <a:rPr sz="2800" spc="0" dirty="0">
                <a:latin typeface="Arial"/>
                <a:cs typeface="Arial"/>
              </a:rPr>
              <a:t>em</a:t>
            </a:r>
            <a:r>
              <a:rPr sz="2800" spc="4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9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do</a:t>
            </a:r>
            <a:r>
              <a:rPr sz="2800" spc="-9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19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00"/>
              </a:lnSpc>
              <a:spcBef>
                <a:spcPts val="1"/>
              </a:spcBef>
            </a:pPr>
            <a:r>
              <a:rPr sz="2800" spc="4" dirty="0">
                <a:latin typeface="Arial"/>
                <a:cs typeface="Arial"/>
              </a:rPr>
              <a:t>nã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46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ã</a:t>
            </a: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l</a:t>
            </a:r>
            <a:r>
              <a:rPr sz="2800" spc="4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2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fo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ma</a:t>
            </a:r>
            <a:r>
              <a:rPr sz="2800" spc="-71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p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</a:t>
            </a:r>
            <a:r>
              <a:rPr sz="2800" spc="4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4511" y="2694873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3111" y="2698541"/>
            <a:ext cx="7369684" cy="11488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Req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amb</a:t>
            </a:r>
            <a:r>
              <a:rPr sz="2800" spc="4" dirty="0">
                <a:latin typeface="Arial"/>
                <a:cs typeface="Arial"/>
              </a:rPr>
              <a:t>í</a:t>
            </a:r>
            <a:r>
              <a:rPr sz="2800" spc="0" dirty="0">
                <a:latin typeface="Arial"/>
                <a:cs typeface="Arial"/>
              </a:rPr>
              <a:t>g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os</a:t>
            </a:r>
            <a:r>
              <a:rPr sz="2800" spc="-12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-3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int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p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ta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os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  <a:spcBef>
                <a:spcPts val="3"/>
              </a:spcBef>
            </a:pPr>
            <a:r>
              <a:rPr sz="2800" spc="0" dirty="0">
                <a:latin typeface="Arial"/>
                <a:cs typeface="Arial"/>
              </a:rPr>
              <a:t>di</a:t>
            </a:r>
            <a:r>
              <a:rPr sz="2800" spc="4" dirty="0">
                <a:latin typeface="Arial"/>
                <a:cs typeface="Arial"/>
              </a:rPr>
              <a:t>f</a:t>
            </a:r>
            <a:r>
              <a:rPr sz="2800" spc="0" dirty="0">
                <a:latin typeface="Arial"/>
                <a:cs typeface="Arial"/>
              </a:rPr>
              <a:t>er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nt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22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manei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as</a:t>
            </a:r>
            <a:r>
              <a:rPr sz="2800" spc="-1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los</a:t>
            </a:r>
            <a:r>
              <a:rPr sz="2800" spc="-56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4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ol</a:t>
            </a:r>
            <a:r>
              <a:rPr sz="2800" spc="9" dirty="0">
                <a:latin typeface="Arial"/>
                <a:cs typeface="Arial"/>
              </a:rPr>
              <a:t>v</a:t>
            </a:r>
            <a:r>
              <a:rPr sz="2800" spc="0" dirty="0">
                <a:latin typeface="Arial"/>
                <a:cs typeface="Arial"/>
              </a:rPr>
              <a:t>ed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res</a:t>
            </a:r>
            <a:r>
              <a:rPr sz="2800" spc="-21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</a:pP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u</a:t>
            </a:r>
            <a:r>
              <a:rPr sz="2800" spc="9" dirty="0">
                <a:latin typeface="Arial"/>
                <a:cs typeface="Arial"/>
              </a:rPr>
              <a:t>á</a:t>
            </a:r>
            <a:r>
              <a:rPr sz="2800" spc="0" dirty="0">
                <a:latin typeface="Arial"/>
                <a:cs typeface="Arial"/>
              </a:rPr>
              <a:t>ri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0148" y="2698541"/>
            <a:ext cx="48622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4511" y="3966143"/>
            <a:ext cx="254706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3111" y="3969811"/>
            <a:ext cx="1715719" cy="11194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05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Con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e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241300" marR="9362">
              <a:lnSpc>
                <a:spcPct val="95825"/>
              </a:lnSpc>
              <a:spcBef>
                <a:spcPts val="292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5"/>
              </a:lnSpc>
              <a:spcBef>
                <a:spcPts val="129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7197" y="3969811"/>
            <a:ext cx="5168074" cy="11194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987" marR="52573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te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mo</a:t>
            </a:r>
            <a:r>
              <a:rPr sz="2800" spc="-71" dirty="0">
                <a:latin typeface="Arial"/>
                <a:cs typeface="Arial"/>
              </a:rPr>
              <a:t> </a:t>
            </a:r>
            <a:r>
              <a:rPr sz="2800" spc="9" dirty="0">
                <a:latin typeface="Arial"/>
                <a:cs typeface="Arial"/>
              </a:rPr>
              <a:t>‘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2800" spc="-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800" spc="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800" spc="4" dirty="0">
                <a:solidFill>
                  <a:srgbClr val="990000"/>
                </a:solidFill>
                <a:latin typeface="Arial"/>
                <a:cs typeface="Arial"/>
              </a:rPr>
              <a:t>’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92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 Us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ári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: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ela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ec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ra cada</a:t>
            </a:r>
            <a:endParaRPr sz="2400">
              <a:latin typeface="Arial"/>
              <a:cs typeface="Arial"/>
            </a:endParaRPr>
          </a:p>
          <a:p>
            <a:pPr marL="27939" marR="52573">
              <a:lnSpc>
                <a:spcPts val="2605"/>
              </a:lnSpc>
              <a:spcBef>
                <a:spcPts val="130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 de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21711" y="5149145"/>
            <a:ext cx="7169038" cy="6641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ão</a:t>
            </a:r>
            <a:r>
              <a:rPr sz="2400" spc="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 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senvo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vedor: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uma</a:t>
            </a:r>
            <a:r>
              <a:rPr sz="2400" spc="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241300" marR="46192">
              <a:lnSpc>
                <a:spcPts val="2595"/>
              </a:lnSpc>
              <a:spcBef>
                <a:spcPts val="0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 que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ú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5161" y="6383913"/>
            <a:ext cx="154000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5885" y="236758"/>
            <a:ext cx="3020549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104" baseline="1772" dirty="0">
                <a:latin typeface="Arial Black"/>
                <a:cs typeface="Arial Black"/>
              </a:rPr>
              <a:t>R</a:t>
            </a:r>
            <a:r>
              <a:rPr sz="6000" spc="-9" baseline="1772" dirty="0">
                <a:latin typeface="Arial Black"/>
                <a:cs typeface="Arial Black"/>
              </a:rPr>
              <a:t>equ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s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19" baseline="1772" dirty="0">
                <a:latin typeface="Arial Black"/>
                <a:cs typeface="Arial Black"/>
              </a:rPr>
              <a:t>t</a:t>
            </a:r>
            <a:r>
              <a:rPr sz="6000" spc="-9" baseline="1772" dirty="0">
                <a:latin typeface="Arial Black"/>
                <a:cs typeface="Arial Black"/>
              </a:rPr>
              <a:t>o</a:t>
            </a:r>
            <a:r>
              <a:rPr sz="6000" spc="0" baseline="1772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2428" y="236758"/>
            <a:ext cx="3119514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9" baseline="1772" dirty="0">
                <a:latin typeface="Arial Black"/>
                <a:cs typeface="Arial Black"/>
              </a:rPr>
              <a:t>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o</a:t>
            </a:r>
            <a:r>
              <a:rPr sz="6000" spc="-9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5885" y="816492"/>
            <a:ext cx="6839134" cy="3426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00"/>
              </a:lnSpc>
              <a:spcBef>
                <a:spcPts val="135"/>
              </a:spcBef>
            </a:pPr>
            <a:r>
              <a:rPr sz="3750" spc="-19" baseline="1891" dirty="0">
                <a:latin typeface="Arial Black"/>
                <a:cs typeface="Arial Black"/>
              </a:rPr>
              <a:t>Q</a:t>
            </a:r>
            <a:r>
              <a:rPr sz="3750" spc="-9" baseline="1891" dirty="0">
                <a:latin typeface="Arial Black"/>
                <a:cs typeface="Arial Black"/>
              </a:rPr>
              <a:t>ua</a:t>
            </a:r>
            <a:r>
              <a:rPr sz="3750" spc="-14" baseline="1891" dirty="0">
                <a:latin typeface="Arial Black"/>
                <a:cs typeface="Arial Black"/>
              </a:rPr>
              <a:t>li</a:t>
            </a:r>
            <a:r>
              <a:rPr sz="3750" spc="-9" baseline="1891" dirty="0">
                <a:latin typeface="Arial Black"/>
                <a:cs typeface="Arial Black"/>
              </a:rPr>
              <a:t>dad</a:t>
            </a:r>
            <a:r>
              <a:rPr sz="3750" spc="0" baseline="1891" dirty="0">
                <a:latin typeface="Arial Black"/>
                <a:cs typeface="Arial Black"/>
              </a:rPr>
              <a:t>e</a:t>
            </a:r>
            <a:r>
              <a:rPr sz="3750" spc="-107" baseline="1891" dirty="0">
                <a:latin typeface="Arial Black"/>
                <a:cs typeface="Arial Black"/>
              </a:rPr>
              <a:t> </a:t>
            </a:r>
            <a:r>
              <a:rPr sz="3750" spc="0" baseline="1891" dirty="0">
                <a:latin typeface="Arial Black"/>
                <a:cs typeface="Arial Black"/>
              </a:rPr>
              <a:t>-</a:t>
            </a:r>
            <a:r>
              <a:rPr sz="3750" spc="6" baseline="1891" dirty="0">
                <a:latin typeface="Arial Black"/>
                <a:cs typeface="Arial Black"/>
              </a:rPr>
              <a:t> </a:t>
            </a:r>
            <a:r>
              <a:rPr sz="3750" spc="-9" baseline="1891" dirty="0">
                <a:latin typeface="Arial Black"/>
                <a:cs typeface="Arial Black"/>
              </a:rPr>
              <a:t>Co</a:t>
            </a:r>
            <a:r>
              <a:rPr sz="3750" spc="-14" baseline="1891" dirty="0">
                <a:latin typeface="Arial Black"/>
                <a:cs typeface="Arial Black"/>
              </a:rPr>
              <a:t>m</a:t>
            </a:r>
            <a:r>
              <a:rPr sz="3750" spc="-9" baseline="1891" dirty="0">
                <a:latin typeface="Arial Black"/>
                <a:cs typeface="Arial Black"/>
              </a:rPr>
              <a:t>p</a:t>
            </a:r>
            <a:r>
              <a:rPr sz="3750" spc="-14" baseline="1891" dirty="0">
                <a:latin typeface="Arial Black"/>
                <a:cs typeface="Arial Black"/>
              </a:rPr>
              <a:t>l</a:t>
            </a:r>
            <a:r>
              <a:rPr sz="3750" spc="-9" baseline="1891" dirty="0">
                <a:latin typeface="Arial Black"/>
                <a:cs typeface="Arial Black"/>
              </a:rPr>
              <a:t>e</a:t>
            </a:r>
            <a:r>
              <a:rPr sz="3750" spc="-14" baseline="1891" dirty="0">
                <a:latin typeface="Arial Black"/>
                <a:cs typeface="Arial Black"/>
              </a:rPr>
              <a:t>t</a:t>
            </a:r>
            <a:r>
              <a:rPr sz="3750" spc="-9" baseline="1891" dirty="0">
                <a:latin typeface="Arial Black"/>
                <a:cs typeface="Arial Black"/>
              </a:rPr>
              <a:t>ez</a:t>
            </a:r>
            <a:r>
              <a:rPr sz="3750" spc="0" baseline="1891" dirty="0">
                <a:latin typeface="Arial Black"/>
                <a:cs typeface="Arial Black"/>
              </a:rPr>
              <a:t>a</a:t>
            </a:r>
            <a:r>
              <a:rPr sz="3750" spc="-126" baseline="1891" dirty="0">
                <a:latin typeface="Arial Black"/>
                <a:cs typeface="Arial Black"/>
              </a:rPr>
              <a:t> </a:t>
            </a:r>
            <a:r>
              <a:rPr sz="3750" spc="0" baseline="1891" dirty="0">
                <a:latin typeface="Arial Black"/>
                <a:cs typeface="Arial Black"/>
              </a:rPr>
              <a:t>e</a:t>
            </a:r>
            <a:r>
              <a:rPr sz="3750" spc="-16" baseline="1891" dirty="0">
                <a:latin typeface="Arial Black"/>
                <a:cs typeface="Arial Black"/>
              </a:rPr>
              <a:t> </a:t>
            </a:r>
            <a:r>
              <a:rPr sz="3750" spc="-9" baseline="1891" dirty="0">
                <a:latin typeface="Arial Black"/>
                <a:cs typeface="Arial Black"/>
              </a:rPr>
              <a:t>Con</a:t>
            </a:r>
            <a:r>
              <a:rPr sz="3750" spc="-14" baseline="1891" dirty="0">
                <a:latin typeface="Arial Black"/>
                <a:cs typeface="Arial Black"/>
              </a:rPr>
              <a:t>sist</a:t>
            </a:r>
            <a:r>
              <a:rPr sz="3750" spc="-9" baseline="1891" dirty="0">
                <a:latin typeface="Arial Black"/>
                <a:cs typeface="Arial Black"/>
              </a:rPr>
              <a:t>ênc</a:t>
            </a:r>
            <a:r>
              <a:rPr sz="3750" spc="-14" baseline="1891" dirty="0">
                <a:latin typeface="Arial Black"/>
                <a:cs typeface="Arial Black"/>
              </a:rPr>
              <a:t>i</a:t>
            </a:r>
            <a:r>
              <a:rPr sz="3750" spc="0" baseline="1891" dirty="0">
                <a:latin typeface="Arial Black"/>
                <a:cs typeface="Arial Black"/>
              </a:rPr>
              <a:t>a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9886" y="1711001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8486" y="1714150"/>
            <a:ext cx="471525" cy="7171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>
                <a:latin typeface="Arial"/>
                <a:cs typeface="Arial"/>
              </a:rPr>
              <a:t>Os</a:t>
            </a:r>
            <a:endParaRPr sz="2400">
              <a:latin typeface="Arial"/>
              <a:cs typeface="Arial"/>
            </a:endParaRPr>
          </a:p>
          <a:p>
            <a:pPr marL="241300" marR="18897">
              <a:lnSpc>
                <a:spcPct val="95825"/>
              </a:lnSpc>
              <a:spcBef>
                <a:spcPts val="192"/>
              </a:spcBef>
            </a:pPr>
            <a:r>
              <a:rPr sz="2400" spc="260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5686" y="1714150"/>
            <a:ext cx="7672040" cy="33483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415" marR="39873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latin typeface="Arial"/>
                <a:cs typeface="Arial"/>
              </a:rPr>
              <a:t>r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14" dirty="0">
                <a:latin typeface="Arial"/>
                <a:cs typeface="Arial"/>
              </a:rPr>
              <a:t>qui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4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dev</a:t>
            </a:r>
            <a:r>
              <a:rPr sz="2400" spc="-4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ser 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-19" dirty="0">
                <a:latin typeface="Arial"/>
                <a:cs typeface="Arial"/>
              </a:rPr>
              <a:t>p</a:t>
            </a:r>
            <a:r>
              <a:rPr sz="2400" spc="-14" dirty="0">
                <a:latin typeface="Arial"/>
                <a:cs typeface="Arial"/>
              </a:rPr>
              <a:t>le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 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on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14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9" dirty="0">
                <a:latin typeface="Arial"/>
                <a:cs typeface="Arial"/>
              </a:rPr>
              <a:t>es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182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Co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241300" marR="39873">
              <a:lnSpc>
                <a:spcPct val="95825"/>
              </a:lnSpc>
              <a:spcBef>
                <a:spcPts val="345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vem in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ir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scriç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oda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  <a:p>
            <a:pPr marL="469900" marR="39873">
              <a:lnSpc>
                <a:spcPts val="2585"/>
              </a:lnSpc>
              <a:spcBef>
                <a:spcPts val="129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que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sendo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requerid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195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Con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endParaRPr sz="2400">
              <a:latin typeface="Arial"/>
              <a:cs typeface="Arial"/>
            </a:endParaRPr>
          </a:p>
          <a:p>
            <a:pPr marL="469900" indent="-228600">
              <a:lnSpc>
                <a:spcPts val="2787"/>
              </a:lnSpc>
              <a:spcBef>
                <a:spcPts val="465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não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dev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5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ou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rad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ões 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8"/>
              </a:lnSpc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tr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 as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scriç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ili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lo 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9"/>
              </a:lnSpc>
            </a:pP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29463" marR="39873">
              <a:lnSpc>
                <a:spcPct val="95825"/>
              </a:lnSpc>
              <a:spcBef>
                <a:spcPts val="709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á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2400" spc="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é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í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v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el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produz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um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7086" y="3217094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9886" y="4729156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8486" y="4732304"/>
            <a:ext cx="47335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Na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8486" y="5061489"/>
            <a:ext cx="7760752" cy="7219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6238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Requi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os</a:t>
            </a:r>
            <a:r>
              <a:rPr sz="2400" spc="2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ple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3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ct val="95825"/>
              </a:lnSpc>
              <a:spcBef>
                <a:spcPts val="197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r>
              <a:rPr sz="2400" spc="94" dirty="0"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po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rt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 va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aç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ã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4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 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equi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si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!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5161" y="6383913"/>
            <a:ext cx="244678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4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0983" y="2918744"/>
            <a:ext cx="3020549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104" baseline="1772" dirty="0">
                <a:latin typeface="Arial Black"/>
                <a:cs typeface="Arial Black"/>
              </a:rPr>
              <a:t>R</a:t>
            </a:r>
            <a:r>
              <a:rPr sz="6000" spc="-9" baseline="1772" dirty="0">
                <a:latin typeface="Arial Black"/>
                <a:cs typeface="Arial Black"/>
              </a:rPr>
              <a:t>equ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s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19" baseline="1772" dirty="0">
                <a:latin typeface="Arial Black"/>
                <a:cs typeface="Arial Black"/>
              </a:rPr>
              <a:t>t</a:t>
            </a:r>
            <a:r>
              <a:rPr sz="6000" spc="-9" baseline="1772" dirty="0">
                <a:latin typeface="Arial Black"/>
                <a:cs typeface="Arial Black"/>
              </a:rPr>
              <a:t>o</a:t>
            </a:r>
            <a:r>
              <a:rPr sz="6000" spc="0" baseline="1772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9050" y="2918744"/>
            <a:ext cx="4381767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</a:pPr>
            <a:r>
              <a:rPr sz="6000" spc="-14" baseline="1772" dirty="0">
                <a:latin typeface="Arial Black"/>
                <a:cs typeface="Arial Black"/>
              </a:rPr>
              <a:t>N</a:t>
            </a:r>
            <a:r>
              <a:rPr sz="6000" spc="-9" baseline="1772" dirty="0">
                <a:latin typeface="Arial Black"/>
                <a:cs typeface="Arial Black"/>
              </a:rPr>
              <a:t>ão-Func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5" baseline="1772" dirty="0">
                <a:latin typeface="Arial Black"/>
                <a:cs typeface="Arial Black"/>
              </a:rPr>
              <a:t>o</a:t>
            </a:r>
            <a:r>
              <a:rPr sz="6000" spc="-9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3125" y="6449750"/>
            <a:ext cx="217246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-100" dirty="0"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404470"/>
            <a:ext cx="3435979" cy="11821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3941">
              <a:lnSpc>
                <a:spcPts val="4850"/>
              </a:lnSpc>
              <a:spcBef>
                <a:spcPts val="242"/>
              </a:spcBef>
            </a:pPr>
            <a:r>
              <a:rPr sz="6600" spc="-125" baseline="3760" dirty="0">
                <a:latin typeface="Arial Black"/>
                <a:cs typeface="Arial Black"/>
              </a:rPr>
              <a:t>R</a:t>
            </a:r>
            <a:r>
              <a:rPr sz="6600" spc="0" baseline="3760" dirty="0">
                <a:latin typeface="Arial Black"/>
                <a:cs typeface="Arial Black"/>
              </a:rPr>
              <a:t>e</a:t>
            </a:r>
            <a:r>
              <a:rPr sz="6600" spc="-19" baseline="3760" dirty="0">
                <a:latin typeface="Arial Black"/>
                <a:cs typeface="Arial Black"/>
              </a:rPr>
              <a:t>q</a:t>
            </a:r>
            <a:r>
              <a:rPr sz="6600" spc="0" baseline="3760" dirty="0">
                <a:latin typeface="Arial Black"/>
                <a:cs typeface="Arial Black"/>
              </a:rPr>
              <a:t>u</a:t>
            </a:r>
            <a:r>
              <a:rPr sz="6600" spc="-19" baseline="3760" dirty="0">
                <a:latin typeface="Arial Black"/>
                <a:cs typeface="Arial Black"/>
              </a:rPr>
              <a:t>i</a:t>
            </a:r>
            <a:r>
              <a:rPr sz="6600" spc="-14" baseline="3760" dirty="0">
                <a:latin typeface="Arial Black"/>
                <a:cs typeface="Arial Black"/>
              </a:rPr>
              <a:t>si</a:t>
            </a:r>
            <a:r>
              <a:rPr sz="6600" spc="0" baseline="3760" dirty="0">
                <a:latin typeface="Arial Black"/>
                <a:cs typeface="Arial Black"/>
              </a:rPr>
              <a:t>t</a:t>
            </a:r>
            <a:r>
              <a:rPr sz="6600" spc="-29" baseline="3760" dirty="0">
                <a:latin typeface="Arial Black"/>
                <a:cs typeface="Arial Black"/>
              </a:rPr>
              <a:t>o</a:t>
            </a:r>
            <a:r>
              <a:rPr sz="6600" spc="0" baseline="3760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  <a:p>
            <a:pPr marL="12700">
              <a:lnSpc>
                <a:spcPts val="4460"/>
              </a:lnSpc>
            </a:pPr>
            <a:r>
              <a:rPr sz="6600" spc="0" baseline="2148" dirty="0">
                <a:latin typeface="Arial Black"/>
                <a:cs typeface="Arial Black"/>
              </a:rPr>
              <a:t>F</a:t>
            </a:r>
            <a:r>
              <a:rPr sz="6600" spc="-19" baseline="2148" dirty="0">
                <a:latin typeface="Arial Black"/>
                <a:cs typeface="Arial Black"/>
              </a:rPr>
              <a:t>u</a:t>
            </a:r>
            <a:r>
              <a:rPr sz="6600" spc="0" baseline="2148" dirty="0">
                <a:latin typeface="Arial Black"/>
                <a:cs typeface="Arial Black"/>
              </a:rPr>
              <a:t>n</a:t>
            </a:r>
            <a:r>
              <a:rPr sz="6600" spc="-19" baseline="2148" dirty="0">
                <a:latin typeface="Arial Black"/>
                <a:cs typeface="Arial Black"/>
              </a:rPr>
              <a:t>c</a:t>
            </a:r>
            <a:r>
              <a:rPr sz="6600" spc="-14" baseline="2148" dirty="0">
                <a:latin typeface="Arial Black"/>
                <a:cs typeface="Arial Black"/>
              </a:rPr>
              <a:t>i</a:t>
            </a:r>
            <a:r>
              <a:rPr sz="6600" spc="0" baseline="2148" dirty="0">
                <a:latin typeface="Arial Black"/>
                <a:cs typeface="Arial Black"/>
              </a:rPr>
              <a:t>o</a:t>
            </a:r>
            <a:r>
              <a:rPr sz="6600" spc="-19" baseline="2148" dirty="0">
                <a:latin typeface="Arial Black"/>
                <a:cs typeface="Arial Black"/>
              </a:rPr>
              <a:t>n</a:t>
            </a:r>
            <a:r>
              <a:rPr sz="6600" spc="0" baseline="2148" dirty="0">
                <a:latin typeface="Arial Black"/>
                <a:cs typeface="Arial Black"/>
              </a:rPr>
              <a:t>a</a:t>
            </a:r>
            <a:r>
              <a:rPr sz="6600" spc="-25" baseline="2148" dirty="0">
                <a:latin typeface="Arial Black"/>
                <a:cs typeface="Arial Black"/>
              </a:rPr>
              <a:t>i</a:t>
            </a:r>
            <a:r>
              <a:rPr sz="6600" spc="0" baseline="2148" dirty="0">
                <a:latin typeface="Arial Black"/>
                <a:cs typeface="Arial Black"/>
              </a:rPr>
              <a:t>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2604" y="404470"/>
            <a:ext cx="1521735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05"/>
              </a:lnSpc>
              <a:spcBef>
                <a:spcPts val="230"/>
              </a:spcBef>
            </a:pPr>
            <a:r>
              <a:rPr sz="6600" spc="4" baseline="1611" dirty="0">
                <a:latin typeface="Arial Black"/>
                <a:cs typeface="Arial Black"/>
              </a:rPr>
              <a:t>Não</a:t>
            </a:r>
            <a:r>
              <a:rPr sz="6600" spc="0" baseline="1611" dirty="0">
                <a:latin typeface="Arial Black"/>
                <a:cs typeface="Arial Black"/>
              </a:rPr>
              <a:t>-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5885" y="2057485"/>
            <a:ext cx="7914971" cy="9899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712">
              <a:lnSpc>
                <a:spcPts val="3835"/>
              </a:lnSpc>
              <a:spcBef>
                <a:spcPts val="191"/>
              </a:spcBef>
            </a:pPr>
            <a:r>
              <a:rPr sz="3600" spc="215" dirty="0">
                <a:latin typeface="Times New Roman"/>
                <a:cs typeface="Times New Roman"/>
              </a:rPr>
              <a:t>•</a:t>
            </a:r>
            <a:r>
              <a:rPr sz="3600" spc="104" dirty="0">
                <a:latin typeface="Arial"/>
                <a:cs typeface="Arial"/>
              </a:rPr>
              <a:t>S</a:t>
            </a:r>
            <a:r>
              <a:rPr sz="3600" spc="100" dirty="0">
                <a:latin typeface="Arial"/>
                <a:cs typeface="Arial"/>
              </a:rPr>
              <a:t>ão</a:t>
            </a:r>
            <a:r>
              <a:rPr sz="3600" spc="-24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r</a:t>
            </a:r>
            <a:r>
              <a:rPr sz="3600" spc="-19" dirty="0">
                <a:latin typeface="Arial"/>
                <a:cs typeface="Arial"/>
              </a:rPr>
              <a:t>e</a:t>
            </a:r>
            <a:r>
              <a:rPr sz="3600" spc="0" dirty="0">
                <a:latin typeface="Arial"/>
                <a:cs typeface="Arial"/>
              </a:rPr>
              <a:t>q</a:t>
            </a:r>
            <a:r>
              <a:rPr sz="3600" spc="-19" dirty="0">
                <a:latin typeface="Arial"/>
                <a:cs typeface="Arial"/>
              </a:rPr>
              <a:t>u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i</a:t>
            </a:r>
            <a:r>
              <a:rPr sz="3600" spc="-2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os</a:t>
            </a:r>
            <a:r>
              <a:rPr sz="3600" spc="-9" dirty="0">
                <a:latin typeface="Arial"/>
                <a:cs typeface="Arial"/>
              </a:rPr>
              <a:t> qu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4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9" dirty="0">
                <a:latin typeface="Arial"/>
                <a:cs typeface="Arial"/>
              </a:rPr>
              <a:t>x</a:t>
            </a:r>
            <a:r>
              <a:rPr sz="3600" spc="0" dirty="0">
                <a:latin typeface="Arial"/>
                <a:cs typeface="Arial"/>
              </a:rPr>
              <a:t>p</a:t>
            </a:r>
            <a:r>
              <a:rPr sz="3600" spc="-19" dirty="0">
                <a:latin typeface="Arial"/>
                <a:cs typeface="Arial"/>
              </a:rPr>
              <a:t>r</a:t>
            </a:r>
            <a:r>
              <a:rPr sz="3600" spc="0" dirty="0">
                <a:latin typeface="Arial"/>
                <a:cs typeface="Arial"/>
              </a:rPr>
              <a:t>e</a:t>
            </a:r>
            <a:r>
              <a:rPr sz="3600" spc="-19" dirty="0">
                <a:latin typeface="Arial"/>
                <a:cs typeface="Arial"/>
              </a:rPr>
              <a:t>s</a:t>
            </a:r>
            <a:r>
              <a:rPr sz="3600" spc="-9" dirty="0">
                <a:latin typeface="Arial"/>
                <a:cs typeface="Arial"/>
              </a:rPr>
              <a:t>s</a:t>
            </a:r>
            <a:r>
              <a:rPr sz="3600" spc="0" dirty="0">
                <a:latin typeface="Arial"/>
                <a:cs typeface="Arial"/>
              </a:rPr>
              <a:t>a</a:t>
            </a:r>
            <a:r>
              <a:rPr sz="3600" spc="-14" dirty="0">
                <a:latin typeface="Arial"/>
                <a:cs typeface="Arial"/>
              </a:rPr>
              <a:t>m</a:t>
            </a:r>
            <a:r>
              <a:rPr sz="3600" spc="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469900">
              <a:lnSpc>
                <a:spcPct val="95825"/>
              </a:lnSpc>
              <a:spcBef>
                <a:spcPts val="58"/>
              </a:spcBef>
            </a:pPr>
            <a:r>
              <a:rPr sz="3200" spc="347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r>
              <a:rPr sz="3200" spc="-4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ri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 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qu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2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ft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w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r>
              <a:rPr sz="3200" spc="-3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ende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085" y="3118694"/>
            <a:ext cx="2369010" cy="436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20"/>
              </a:lnSpc>
              <a:spcBef>
                <a:spcPts val="171"/>
              </a:spcBef>
            </a:pPr>
            <a:r>
              <a:rPr sz="3200" spc="347" dirty="0">
                <a:solidFill>
                  <a:srgbClr val="990000"/>
                </a:solidFill>
                <a:latin typeface="Times New Roman"/>
                <a:cs typeface="Times New Roman"/>
              </a:rPr>
              <a:t>•</a:t>
            </a:r>
            <a:r>
              <a:rPr sz="3200" spc="-4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Q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alidade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6876" y="3122898"/>
            <a:ext cx="211821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í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fi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7681" y="3122898"/>
            <a:ext cx="77122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que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2542" y="3122898"/>
            <a:ext cx="32537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27821" y="3122898"/>
            <a:ext cx="162544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32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ft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w</a:t>
            </a:r>
            <a:r>
              <a:rPr sz="3200" spc="-25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3200" spc="-9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1685" y="3554190"/>
            <a:ext cx="97724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de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ve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7714" y="3554190"/>
            <a:ext cx="56992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>
                <a:solidFill>
                  <a:srgbClr val="990000"/>
                </a:solidFill>
                <a:latin typeface="Arial"/>
                <a:cs typeface="Arial"/>
              </a:rPr>
              <a:t>te</a:t>
            </a:r>
            <a:r>
              <a:rPr sz="32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2461" y="6358806"/>
            <a:ext cx="272719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latin typeface="Times New Roman"/>
                <a:cs typeface="Times New Roman"/>
              </a:rPr>
              <a:t>12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8716" y="1552955"/>
            <a:ext cx="1562099" cy="522732"/>
          </a:xfrm>
          <a:custGeom>
            <a:avLst/>
            <a:gdLst/>
            <a:ahLst/>
            <a:cxnLst/>
            <a:rect l="l" t="t" r="r" b="b"/>
            <a:pathLst>
              <a:path w="1562100" h="522732">
                <a:moveTo>
                  <a:pt x="0" y="522732"/>
                </a:moveTo>
                <a:lnTo>
                  <a:pt x="1562099" y="522732"/>
                </a:lnTo>
                <a:lnTo>
                  <a:pt x="1562099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FFBD9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28716" y="1552955"/>
            <a:ext cx="1562099" cy="522732"/>
          </a:xfrm>
          <a:custGeom>
            <a:avLst/>
            <a:gdLst/>
            <a:ahLst/>
            <a:cxnLst/>
            <a:rect l="l" t="t" r="r" b="b"/>
            <a:pathLst>
              <a:path w="1562100" h="522732">
                <a:moveTo>
                  <a:pt x="0" y="522732"/>
                </a:moveTo>
                <a:lnTo>
                  <a:pt x="1562099" y="522732"/>
                </a:lnTo>
                <a:lnTo>
                  <a:pt x="1562099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0427" y="2586227"/>
            <a:ext cx="1601470" cy="522732"/>
          </a:xfrm>
          <a:custGeom>
            <a:avLst/>
            <a:gdLst/>
            <a:ahLst/>
            <a:cxnLst/>
            <a:rect l="l" t="t" r="r" b="b"/>
            <a:pathLst>
              <a:path w="1601470" h="522732">
                <a:moveTo>
                  <a:pt x="0" y="522732"/>
                </a:moveTo>
                <a:lnTo>
                  <a:pt x="1601470" y="522732"/>
                </a:lnTo>
                <a:lnTo>
                  <a:pt x="1601470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0427" y="2586227"/>
            <a:ext cx="1601470" cy="522732"/>
          </a:xfrm>
          <a:custGeom>
            <a:avLst/>
            <a:gdLst/>
            <a:ahLst/>
            <a:cxnLst/>
            <a:rect l="l" t="t" r="r" b="b"/>
            <a:pathLst>
              <a:path w="1601470" h="522732">
                <a:moveTo>
                  <a:pt x="0" y="522732"/>
                </a:moveTo>
                <a:lnTo>
                  <a:pt x="1601470" y="522732"/>
                </a:lnTo>
                <a:lnTo>
                  <a:pt x="160147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5280" y="2305811"/>
            <a:ext cx="4643628" cy="0"/>
          </a:xfrm>
          <a:custGeom>
            <a:avLst/>
            <a:gdLst/>
            <a:ahLst/>
            <a:cxnLst/>
            <a:rect l="l" t="t" r="r" b="b"/>
            <a:pathLst>
              <a:path w="4643628">
                <a:moveTo>
                  <a:pt x="0" y="0"/>
                </a:moveTo>
                <a:lnTo>
                  <a:pt x="4643628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1760" y="2023872"/>
            <a:ext cx="1269" cy="572642"/>
          </a:xfrm>
          <a:custGeom>
            <a:avLst/>
            <a:gdLst/>
            <a:ahLst/>
            <a:cxnLst/>
            <a:rect l="l" t="t" r="r" b="b"/>
            <a:pathLst>
              <a:path w="1269" h="572642">
                <a:moveTo>
                  <a:pt x="0" y="0"/>
                </a:moveTo>
                <a:lnTo>
                  <a:pt x="1269" y="572642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05783" y="2586227"/>
            <a:ext cx="1168590" cy="522732"/>
          </a:xfrm>
          <a:custGeom>
            <a:avLst/>
            <a:gdLst/>
            <a:ahLst/>
            <a:cxnLst/>
            <a:rect l="l" t="t" r="r" b="b"/>
            <a:pathLst>
              <a:path w="1168590" h="522732">
                <a:moveTo>
                  <a:pt x="0" y="522732"/>
                </a:moveTo>
                <a:lnTo>
                  <a:pt x="1168590" y="522732"/>
                </a:lnTo>
                <a:lnTo>
                  <a:pt x="1168590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05783" y="2586227"/>
            <a:ext cx="1168590" cy="522732"/>
          </a:xfrm>
          <a:custGeom>
            <a:avLst/>
            <a:gdLst/>
            <a:ahLst/>
            <a:cxnLst/>
            <a:rect l="l" t="t" r="r" b="b"/>
            <a:pathLst>
              <a:path w="1168590" h="522732">
                <a:moveTo>
                  <a:pt x="0" y="522732"/>
                </a:moveTo>
                <a:lnTo>
                  <a:pt x="1168590" y="522732"/>
                </a:lnTo>
                <a:lnTo>
                  <a:pt x="116859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5280" y="2305811"/>
            <a:ext cx="0" cy="265175"/>
          </a:xfrm>
          <a:custGeom>
            <a:avLst/>
            <a:gdLst/>
            <a:ahLst/>
            <a:cxnLst/>
            <a:rect l="l" t="t" r="r" b="b"/>
            <a:pathLst>
              <a:path h="265175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38144" y="3662172"/>
            <a:ext cx="1453896" cy="524256"/>
          </a:xfrm>
          <a:custGeom>
            <a:avLst/>
            <a:gdLst/>
            <a:ahLst/>
            <a:cxnLst/>
            <a:rect l="l" t="t" r="r" b="b"/>
            <a:pathLst>
              <a:path w="1453896" h="524255">
                <a:moveTo>
                  <a:pt x="0" y="524255"/>
                </a:moveTo>
                <a:lnTo>
                  <a:pt x="1453896" y="524255"/>
                </a:lnTo>
                <a:lnTo>
                  <a:pt x="145389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38144" y="3662172"/>
            <a:ext cx="1453896" cy="524256"/>
          </a:xfrm>
          <a:custGeom>
            <a:avLst/>
            <a:gdLst/>
            <a:ahLst/>
            <a:cxnLst/>
            <a:rect l="l" t="t" r="r" b="b"/>
            <a:pathLst>
              <a:path w="1453896" h="524255">
                <a:moveTo>
                  <a:pt x="0" y="524255"/>
                </a:moveTo>
                <a:lnTo>
                  <a:pt x="1453896" y="524255"/>
                </a:lnTo>
                <a:lnTo>
                  <a:pt x="1453896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38528" y="3377183"/>
            <a:ext cx="3719830" cy="0"/>
          </a:xfrm>
          <a:custGeom>
            <a:avLst/>
            <a:gdLst/>
            <a:ahLst/>
            <a:cxnLst/>
            <a:rect l="l" t="t" r="r" b="b"/>
            <a:pathLst>
              <a:path w="3719830">
                <a:moveTo>
                  <a:pt x="0" y="0"/>
                </a:moveTo>
                <a:lnTo>
                  <a:pt x="3719830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31564" y="3060191"/>
            <a:ext cx="1270" cy="597408"/>
          </a:xfrm>
          <a:custGeom>
            <a:avLst/>
            <a:gdLst/>
            <a:ahLst/>
            <a:cxnLst/>
            <a:rect l="l" t="t" r="r" b="b"/>
            <a:pathLst>
              <a:path w="1270" h="597408">
                <a:moveTo>
                  <a:pt x="1270" y="0"/>
                </a:moveTo>
                <a:lnTo>
                  <a:pt x="0" y="597408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63496" y="3662172"/>
            <a:ext cx="1305686" cy="524256"/>
          </a:xfrm>
          <a:custGeom>
            <a:avLst/>
            <a:gdLst/>
            <a:ahLst/>
            <a:cxnLst/>
            <a:rect l="l" t="t" r="r" b="b"/>
            <a:pathLst>
              <a:path w="1305686" h="524255">
                <a:moveTo>
                  <a:pt x="0" y="524255"/>
                </a:moveTo>
                <a:lnTo>
                  <a:pt x="1305686" y="524255"/>
                </a:lnTo>
                <a:lnTo>
                  <a:pt x="130568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63496" y="3662172"/>
            <a:ext cx="1305813" cy="524256"/>
          </a:xfrm>
          <a:custGeom>
            <a:avLst/>
            <a:gdLst/>
            <a:ahLst/>
            <a:cxnLst/>
            <a:rect l="l" t="t" r="r" b="b"/>
            <a:pathLst>
              <a:path w="1305813" h="524255">
                <a:moveTo>
                  <a:pt x="0" y="524255"/>
                </a:moveTo>
                <a:lnTo>
                  <a:pt x="1305813" y="524255"/>
                </a:lnTo>
                <a:lnTo>
                  <a:pt x="1305813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43200" y="3377183"/>
            <a:ext cx="0" cy="280161"/>
          </a:xfrm>
          <a:custGeom>
            <a:avLst/>
            <a:gdLst/>
            <a:ahLst/>
            <a:cxnLst/>
            <a:rect l="l" t="t" r="r" b="b"/>
            <a:pathLst>
              <a:path h="280161">
                <a:moveTo>
                  <a:pt x="0" y="0"/>
                </a:moveTo>
                <a:lnTo>
                  <a:pt x="0" y="280161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97195" y="3662172"/>
            <a:ext cx="1386586" cy="524256"/>
          </a:xfrm>
          <a:custGeom>
            <a:avLst/>
            <a:gdLst/>
            <a:ahLst/>
            <a:cxnLst/>
            <a:rect l="l" t="t" r="r" b="b"/>
            <a:pathLst>
              <a:path w="1386586" h="524255">
                <a:moveTo>
                  <a:pt x="0" y="524255"/>
                </a:moveTo>
                <a:lnTo>
                  <a:pt x="1386586" y="524255"/>
                </a:lnTo>
                <a:lnTo>
                  <a:pt x="138658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97195" y="3662172"/>
            <a:ext cx="1386586" cy="524256"/>
          </a:xfrm>
          <a:custGeom>
            <a:avLst/>
            <a:gdLst/>
            <a:ahLst/>
            <a:cxnLst/>
            <a:rect l="l" t="t" r="r" b="b"/>
            <a:pathLst>
              <a:path w="1386586" h="524255">
                <a:moveTo>
                  <a:pt x="0" y="524255"/>
                </a:moveTo>
                <a:lnTo>
                  <a:pt x="1386586" y="524255"/>
                </a:lnTo>
                <a:lnTo>
                  <a:pt x="1386586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66231" y="3374135"/>
            <a:ext cx="0" cy="280162"/>
          </a:xfrm>
          <a:custGeom>
            <a:avLst/>
            <a:gdLst/>
            <a:ahLst/>
            <a:cxnLst/>
            <a:rect l="l" t="t" r="r" b="b"/>
            <a:pathLst>
              <a:path h="280162">
                <a:moveTo>
                  <a:pt x="0" y="0"/>
                </a:moveTo>
                <a:lnTo>
                  <a:pt x="0" y="280162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7172" y="4643627"/>
            <a:ext cx="1499235" cy="522731"/>
          </a:xfrm>
          <a:custGeom>
            <a:avLst/>
            <a:gdLst/>
            <a:ahLst/>
            <a:cxnLst/>
            <a:rect l="l" t="t" r="r" b="b"/>
            <a:pathLst>
              <a:path w="1499235" h="522731">
                <a:moveTo>
                  <a:pt x="0" y="522732"/>
                </a:moveTo>
                <a:lnTo>
                  <a:pt x="1499235" y="522732"/>
                </a:lnTo>
                <a:lnTo>
                  <a:pt x="1499235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57172" y="4643627"/>
            <a:ext cx="1499235" cy="522731"/>
          </a:xfrm>
          <a:custGeom>
            <a:avLst/>
            <a:gdLst/>
            <a:ahLst/>
            <a:cxnLst/>
            <a:rect l="l" t="t" r="r" b="b"/>
            <a:pathLst>
              <a:path w="1499235" h="522731">
                <a:moveTo>
                  <a:pt x="0" y="522732"/>
                </a:moveTo>
                <a:lnTo>
                  <a:pt x="1499235" y="522732"/>
                </a:lnTo>
                <a:lnTo>
                  <a:pt x="1499235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38528" y="3364991"/>
            <a:ext cx="0" cy="1254252"/>
          </a:xfrm>
          <a:custGeom>
            <a:avLst/>
            <a:gdLst/>
            <a:ahLst/>
            <a:cxnLst/>
            <a:rect l="l" t="t" r="r" b="b"/>
            <a:pathLst>
              <a:path h="1254252">
                <a:moveTo>
                  <a:pt x="0" y="0"/>
                </a:moveTo>
                <a:lnTo>
                  <a:pt x="0" y="1254252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41263" y="4643627"/>
            <a:ext cx="1866645" cy="522731"/>
          </a:xfrm>
          <a:custGeom>
            <a:avLst/>
            <a:gdLst/>
            <a:ahLst/>
            <a:cxnLst/>
            <a:rect l="l" t="t" r="r" b="b"/>
            <a:pathLst>
              <a:path w="1866646" h="522731">
                <a:moveTo>
                  <a:pt x="0" y="522732"/>
                </a:moveTo>
                <a:lnTo>
                  <a:pt x="1866645" y="522732"/>
                </a:lnTo>
                <a:lnTo>
                  <a:pt x="1866645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41263" y="4643627"/>
            <a:ext cx="1866645" cy="522731"/>
          </a:xfrm>
          <a:custGeom>
            <a:avLst/>
            <a:gdLst/>
            <a:ahLst/>
            <a:cxnLst/>
            <a:rect l="l" t="t" r="r" b="b"/>
            <a:pathLst>
              <a:path w="1866646" h="522731">
                <a:moveTo>
                  <a:pt x="0" y="522732"/>
                </a:moveTo>
                <a:lnTo>
                  <a:pt x="1866645" y="522732"/>
                </a:lnTo>
                <a:lnTo>
                  <a:pt x="1866645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38644" y="4643627"/>
            <a:ext cx="1178052" cy="522731"/>
          </a:xfrm>
          <a:custGeom>
            <a:avLst/>
            <a:gdLst/>
            <a:ahLst/>
            <a:cxnLst/>
            <a:rect l="l" t="t" r="r" b="b"/>
            <a:pathLst>
              <a:path w="1178052" h="522731">
                <a:moveTo>
                  <a:pt x="0" y="522732"/>
                </a:moveTo>
                <a:lnTo>
                  <a:pt x="1178052" y="522732"/>
                </a:lnTo>
                <a:lnTo>
                  <a:pt x="1178052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38644" y="4643627"/>
            <a:ext cx="1178052" cy="522731"/>
          </a:xfrm>
          <a:custGeom>
            <a:avLst/>
            <a:gdLst/>
            <a:ahLst/>
            <a:cxnLst/>
            <a:rect l="l" t="t" r="r" b="b"/>
            <a:pathLst>
              <a:path w="1178052" h="522731">
                <a:moveTo>
                  <a:pt x="0" y="522732"/>
                </a:moveTo>
                <a:lnTo>
                  <a:pt x="1178052" y="522732"/>
                </a:lnTo>
                <a:lnTo>
                  <a:pt x="1178052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61760" y="3048000"/>
            <a:ext cx="1269" cy="1591056"/>
          </a:xfrm>
          <a:custGeom>
            <a:avLst/>
            <a:gdLst/>
            <a:ahLst/>
            <a:cxnLst/>
            <a:rect l="l" t="t" r="r" b="b"/>
            <a:pathLst>
              <a:path w="1269" h="1591055">
                <a:moveTo>
                  <a:pt x="0" y="0"/>
                </a:moveTo>
                <a:lnTo>
                  <a:pt x="1269" y="1591056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35295" y="4413504"/>
            <a:ext cx="2925826" cy="0"/>
          </a:xfrm>
          <a:custGeom>
            <a:avLst/>
            <a:gdLst/>
            <a:ahLst/>
            <a:cxnLst/>
            <a:rect l="l" t="t" r="r" b="b"/>
            <a:pathLst>
              <a:path w="2925826">
                <a:moveTo>
                  <a:pt x="0" y="0"/>
                </a:moveTo>
                <a:lnTo>
                  <a:pt x="2925826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6155" y="4643627"/>
            <a:ext cx="1167384" cy="522731"/>
          </a:xfrm>
          <a:custGeom>
            <a:avLst/>
            <a:gdLst/>
            <a:ahLst/>
            <a:cxnLst/>
            <a:rect l="l" t="t" r="r" b="b"/>
            <a:pathLst>
              <a:path w="1167384" h="522731">
                <a:moveTo>
                  <a:pt x="0" y="522732"/>
                </a:moveTo>
                <a:lnTo>
                  <a:pt x="1167384" y="522732"/>
                </a:lnTo>
                <a:lnTo>
                  <a:pt x="1167384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DBEDF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6155" y="4643627"/>
            <a:ext cx="1167384" cy="522731"/>
          </a:xfrm>
          <a:custGeom>
            <a:avLst/>
            <a:gdLst/>
            <a:ahLst/>
            <a:cxnLst/>
            <a:rect l="l" t="t" r="r" b="b"/>
            <a:pathLst>
              <a:path w="1167384" h="522731">
                <a:moveTo>
                  <a:pt x="0" y="522732"/>
                </a:moveTo>
                <a:lnTo>
                  <a:pt x="1167384" y="522732"/>
                </a:lnTo>
                <a:lnTo>
                  <a:pt x="1167384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35295" y="4413504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56804" y="4413504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29227" y="5664708"/>
            <a:ext cx="1104900" cy="522731"/>
          </a:xfrm>
          <a:custGeom>
            <a:avLst/>
            <a:gdLst/>
            <a:ahLst/>
            <a:cxnLst/>
            <a:rect l="l" t="t" r="r" b="b"/>
            <a:pathLst>
              <a:path w="1104900" h="522731">
                <a:moveTo>
                  <a:pt x="0" y="522731"/>
                </a:moveTo>
                <a:lnTo>
                  <a:pt x="1104900" y="522731"/>
                </a:lnTo>
                <a:lnTo>
                  <a:pt x="1104900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29227" y="5664708"/>
            <a:ext cx="1104900" cy="522731"/>
          </a:xfrm>
          <a:custGeom>
            <a:avLst/>
            <a:gdLst/>
            <a:ahLst/>
            <a:cxnLst/>
            <a:rect l="l" t="t" r="r" b="b"/>
            <a:pathLst>
              <a:path w="1104900" h="522731">
                <a:moveTo>
                  <a:pt x="0" y="522731"/>
                </a:moveTo>
                <a:lnTo>
                  <a:pt x="1104900" y="522731"/>
                </a:lnTo>
                <a:lnTo>
                  <a:pt x="11049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91868" y="5664708"/>
            <a:ext cx="1642491" cy="522731"/>
          </a:xfrm>
          <a:custGeom>
            <a:avLst/>
            <a:gdLst/>
            <a:ahLst/>
            <a:cxnLst/>
            <a:rect l="l" t="t" r="r" b="b"/>
            <a:pathLst>
              <a:path w="1642491" h="522731">
                <a:moveTo>
                  <a:pt x="0" y="522731"/>
                </a:moveTo>
                <a:lnTo>
                  <a:pt x="1642491" y="522731"/>
                </a:lnTo>
                <a:lnTo>
                  <a:pt x="1642491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C5D9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91868" y="5664708"/>
            <a:ext cx="1642491" cy="522731"/>
          </a:xfrm>
          <a:custGeom>
            <a:avLst/>
            <a:gdLst/>
            <a:ahLst/>
            <a:cxnLst/>
            <a:rect l="l" t="t" r="r" b="b"/>
            <a:pathLst>
              <a:path w="1642491" h="522731">
                <a:moveTo>
                  <a:pt x="0" y="522731"/>
                </a:moveTo>
                <a:lnTo>
                  <a:pt x="1642491" y="522731"/>
                </a:lnTo>
                <a:lnTo>
                  <a:pt x="1642491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57500" y="5410200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57500" y="5410200"/>
            <a:ext cx="0" cy="252984"/>
          </a:xfrm>
          <a:custGeom>
            <a:avLst/>
            <a:gdLst/>
            <a:ahLst/>
            <a:cxnLst/>
            <a:rect l="l" t="t" r="r" b="b"/>
            <a:pathLst>
              <a:path h="25298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43400" y="5410200"/>
            <a:ext cx="0" cy="252984"/>
          </a:xfrm>
          <a:custGeom>
            <a:avLst/>
            <a:gdLst/>
            <a:ahLst/>
            <a:cxnLst/>
            <a:rect l="l" t="t" r="r" b="b"/>
            <a:pathLst>
              <a:path h="25298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19272" y="4186427"/>
            <a:ext cx="39369" cy="1223518"/>
          </a:xfrm>
          <a:custGeom>
            <a:avLst/>
            <a:gdLst/>
            <a:ahLst/>
            <a:cxnLst/>
            <a:rect l="l" t="t" r="r" b="b"/>
            <a:pathLst>
              <a:path w="39369" h="1223518">
                <a:moveTo>
                  <a:pt x="0" y="0"/>
                </a:moveTo>
                <a:lnTo>
                  <a:pt x="39369" y="1223518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17408" y="2586228"/>
            <a:ext cx="1103376" cy="522732"/>
          </a:xfrm>
          <a:custGeom>
            <a:avLst/>
            <a:gdLst/>
            <a:ahLst/>
            <a:cxnLst/>
            <a:rect l="l" t="t" r="r" b="b"/>
            <a:pathLst>
              <a:path w="1103376" h="522732">
                <a:moveTo>
                  <a:pt x="0" y="522732"/>
                </a:moveTo>
                <a:lnTo>
                  <a:pt x="1103376" y="522732"/>
                </a:lnTo>
                <a:lnTo>
                  <a:pt x="1103376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17408" y="2586228"/>
            <a:ext cx="1103376" cy="522732"/>
          </a:xfrm>
          <a:custGeom>
            <a:avLst/>
            <a:gdLst/>
            <a:ahLst/>
            <a:cxnLst/>
            <a:rect l="l" t="t" r="r" b="b"/>
            <a:pathLst>
              <a:path w="1103376" h="522732">
                <a:moveTo>
                  <a:pt x="0" y="522732"/>
                </a:moveTo>
                <a:lnTo>
                  <a:pt x="1103376" y="522732"/>
                </a:lnTo>
                <a:lnTo>
                  <a:pt x="1103376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93480" y="2313432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976360" y="3662172"/>
            <a:ext cx="1103376" cy="524256"/>
          </a:xfrm>
          <a:custGeom>
            <a:avLst/>
            <a:gdLst/>
            <a:ahLst/>
            <a:cxnLst/>
            <a:rect l="l" t="t" r="r" b="b"/>
            <a:pathLst>
              <a:path w="1103376" h="524255">
                <a:moveTo>
                  <a:pt x="0" y="524255"/>
                </a:moveTo>
                <a:lnTo>
                  <a:pt x="1103376" y="524255"/>
                </a:lnTo>
                <a:lnTo>
                  <a:pt x="1103376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76360" y="3662172"/>
            <a:ext cx="1103376" cy="524256"/>
          </a:xfrm>
          <a:custGeom>
            <a:avLst/>
            <a:gdLst/>
            <a:ahLst/>
            <a:cxnLst/>
            <a:rect l="l" t="t" r="r" b="b"/>
            <a:pathLst>
              <a:path w="1103376" h="524255">
                <a:moveTo>
                  <a:pt x="0" y="524255"/>
                </a:moveTo>
                <a:lnTo>
                  <a:pt x="1103376" y="524255"/>
                </a:lnTo>
                <a:lnTo>
                  <a:pt x="1103376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191244" y="3054096"/>
            <a:ext cx="0" cy="603503"/>
          </a:xfrm>
          <a:custGeom>
            <a:avLst/>
            <a:gdLst/>
            <a:ahLst/>
            <a:cxnLst/>
            <a:rect l="l" t="t" r="r" b="b"/>
            <a:pathLst>
              <a:path h="603503">
                <a:moveTo>
                  <a:pt x="0" y="0"/>
                </a:moveTo>
                <a:lnTo>
                  <a:pt x="0" y="603503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22108" y="3384804"/>
            <a:ext cx="2386584" cy="0"/>
          </a:xfrm>
          <a:custGeom>
            <a:avLst/>
            <a:gdLst/>
            <a:ahLst/>
            <a:cxnLst/>
            <a:rect l="l" t="t" r="r" b="b"/>
            <a:pathLst>
              <a:path w="2386584">
                <a:moveTo>
                  <a:pt x="0" y="0"/>
                </a:moveTo>
                <a:lnTo>
                  <a:pt x="2386584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96684" y="3662172"/>
            <a:ext cx="1839214" cy="524256"/>
          </a:xfrm>
          <a:custGeom>
            <a:avLst/>
            <a:gdLst/>
            <a:ahLst/>
            <a:cxnLst/>
            <a:rect l="l" t="t" r="r" b="b"/>
            <a:pathLst>
              <a:path w="1839214" h="524255">
                <a:moveTo>
                  <a:pt x="0" y="524255"/>
                </a:moveTo>
                <a:lnTo>
                  <a:pt x="1839214" y="524255"/>
                </a:lnTo>
                <a:lnTo>
                  <a:pt x="1839214" y="0"/>
                </a:lnTo>
                <a:lnTo>
                  <a:pt x="0" y="0"/>
                </a:lnTo>
                <a:lnTo>
                  <a:pt x="0" y="524255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996684" y="3662172"/>
            <a:ext cx="1839214" cy="524256"/>
          </a:xfrm>
          <a:custGeom>
            <a:avLst/>
            <a:gdLst/>
            <a:ahLst/>
            <a:cxnLst/>
            <a:rect l="l" t="t" r="r" b="b"/>
            <a:pathLst>
              <a:path w="1839214" h="524255">
                <a:moveTo>
                  <a:pt x="0" y="524255"/>
                </a:moveTo>
                <a:lnTo>
                  <a:pt x="1839214" y="524255"/>
                </a:lnTo>
                <a:lnTo>
                  <a:pt x="1839214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722108" y="3384804"/>
            <a:ext cx="0" cy="272796"/>
          </a:xfrm>
          <a:custGeom>
            <a:avLst/>
            <a:gdLst/>
            <a:ahLst/>
            <a:cxnLst/>
            <a:rect l="l" t="t" r="r" b="b"/>
            <a:pathLst>
              <a:path h="272796">
                <a:moveTo>
                  <a:pt x="0" y="0"/>
                </a:moveTo>
                <a:lnTo>
                  <a:pt x="0" y="272796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258300" y="4643627"/>
            <a:ext cx="1229550" cy="522731"/>
          </a:xfrm>
          <a:custGeom>
            <a:avLst/>
            <a:gdLst/>
            <a:ahLst/>
            <a:cxnLst/>
            <a:rect l="l" t="t" r="r" b="b"/>
            <a:pathLst>
              <a:path w="1229550" h="522731">
                <a:moveTo>
                  <a:pt x="0" y="522732"/>
                </a:moveTo>
                <a:lnTo>
                  <a:pt x="1229550" y="522732"/>
                </a:lnTo>
                <a:lnTo>
                  <a:pt x="1229550" y="0"/>
                </a:lnTo>
                <a:lnTo>
                  <a:pt x="0" y="0"/>
                </a:lnTo>
                <a:lnTo>
                  <a:pt x="0" y="522732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258300" y="4643627"/>
            <a:ext cx="1229550" cy="522731"/>
          </a:xfrm>
          <a:custGeom>
            <a:avLst/>
            <a:gdLst/>
            <a:ahLst/>
            <a:cxnLst/>
            <a:rect l="l" t="t" r="r" b="b"/>
            <a:pathLst>
              <a:path w="1229550" h="522731">
                <a:moveTo>
                  <a:pt x="0" y="522732"/>
                </a:moveTo>
                <a:lnTo>
                  <a:pt x="1229550" y="522732"/>
                </a:lnTo>
                <a:lnTo>
                  <a:pt x="122955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128504" y="3384804"/>
            <a:ext cx="0" cy="1257300"/>
          </a:xfrm>
          <a:custGeom>
            <a:avLst/>
            <a:gdLst/>
            <a:ahLst/>
            <a:cxnLst/>
            <a:rect l="l" t="t" r="r" b="b"/>
            <a:pathLst>
              <a:path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086088" y="5664708"/>
            <a:ext cx="1418844" cy="522731"/>
          </a:xfrm>
          <a:custGeom>
            <a:avLst/>
            <a:gdLst/>
            <a:ahLst/>
            <a:cxnLst/>
            <a:rect l="l" t="t" r="r" b="b"/>
            <a:pathLst>
              <a:path w="1418844" h="522731">
                <a:moveTo>
                  <a:pt x="0" y="522731"/>
                </a:moveTo>
                <a:lnTo>
                  <a:pt x="1418844" y="522731"/>
                </a:lnTo>
                <a:lnTo>
                  <a:pt x="1418844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086088" y="5664708"/>
            <a:ext cx="1418844" cy="522731"/>
          </a:xfrm>
          <a:custGeom>
            <a:avLst/>
            <a:gdLst/>
            <a:ahLst/>
            <a:cxnLst/>
            <a:rect l="l" t="t" r="r" b="b"/>
            <a:pathLst>
              <a:path w="1418844" h="522731">
                <a:moveTo>
                  <a:pt x="0" y="522731"/>
                </a:moveTo>
                <a:lnTo>
                  <a:pt x="1418844" y="522731"/>
                </a:lnTo>
                <a:lnTo>
                  <a:pt x="1418844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779508" y="5105400"/>
            <a:ext cx="0" cy="557784"/>
          </a:xfrm>
          <a:custGeom>
            <a:avLst/>
            <a:gdLst/>
            <a:ahLst/>
            <a:cxnLst/>
            <a:rect l="l" t="t" r="r" b="b"/>
            <a:pathLst>
              <a:path h="557784">
                <a:moveTo>
                  <a:pt x="0" y="0"/>
                </a:moveTo>
                <a:lnTo>
                  <a:pt x="0" y="5577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305800" y="5410200"/>
            <a:ext cx="1472183" cy="0"/>
          </a:xfrm>
          <a:custGeom>
            <a:avLst/>
            <a:gdLst/>
            <a:ahLst/>
            <a:cxnLst/>
            <a:rect l="l" t="t" r="r" b="b"/>
            <a:pathLst>
              <a:path w="1472183">
                <a:moveTo>
                  <a:pt x="0" y="0"/>
                </a:moveTo>
                <a:lnTo>
                  <a:pt x="1472183" y="0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464552" y="5664708"/>
            <a:ext cx="1493266" cy="522731"/>
          </a:xfrm>
          <a:custGeom>
            <a:avLst/>
            <a:gdLst/>
            <a:ahLst/>
            <a:cxnLst/>
            <a:rect l="l" t="t" r="r" b="b"/>
            <a:pathLst>
              <a:path w="1493266" h="522731">
                <a:moveTo>
                  <a:pt x="0" y="522731"/>
                </a:moveTo>
                <a:lnTo>
                  <a:pt x="1493266" y="522731"/>
                </a:lnTo>
                <a:lnTo>
                  <a:pt x="1493266" y="0"/>
                </a:lnTo>
                <a:lnTo>
                  <a:pt x="0" y="0"/>
                </a:lnTo>
                <a:lnTo>
                  <a:pt x="0" y="522731"/>
                </a:lnTo>
              </a:path>
            </a:pathLst>
          </a:custGeom>
          <a:solidFill>
            <a:srgbClr val="EBF0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64552" y="5664708"/>
            <a:ext cx="1493266" cy="522731"/>
          </a:xfrm>
          <a:custGeom>
            <a:avLst/>
            <a:gdLst/>
            <a:ahLst/>
            <a:cxnLst/>
            <a:rect l="l" t="t" r="r" b="b"/>
            <a:pathLst>
              <a:path w="1493266" h="522731">
                <a:moveTo>
                  <a:pt x="0" y="522731"/>
                </a:moveTo>
                <a:lnTo>
                  <a:pt x="1493266" y="522731"/>
                </a:lnTo>
                <a:lnTo>
                  <a:pt x="1493266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05800" y="5410200"/>
            <a:ext cx="0" cy="252984"/>
          </a:xfrm>
          <a:custGeom>
            <a:avLst/>
            <a:gdLst/>
            <a:ahLst/>
            <a:cxnLst/>
            <a:rect l="l" t="t" r="r" b="b"/>
            <a:pathLst>
              <a:path h="25298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12600">
            <a:solidFill>
              <a:srgbClr val="EDEBE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134870" y="191181"/>
            <a:ext cx="3021832" cy="10759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60"/>
              </a:lnSpc>
              <a:spcBef>
                <a:spcPts val="223"/>
              </a:spcBef>
            </a:pPr>
            <a:r>
              <a:rPr sz="6000" spc="-104" baseline="4136" dirty="0">
                <a:latin typeface="Arial Black"/>
                <a:cs typeface="Arial Black"/>
              </a:rPr>
              <a:t>R</a:t>
            </a:r>
            <a:r>
              <a:rPr sz="6000" spc="-9" baseline="4136" dirty="0">
                <a:latin typeface="Arial Black"/>
                <a:cs typeface="Arial Black"/>
              </a:rPr>
              <a:t>equ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5" baseline="4136" dirty="0">
                <a:latin typeface="Arial Black"/>
                <a:cs typeface="Arial Black"/>
              </a:rPr>
              <a:t>s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5" baseline="4136" dirty="0">
                <a:latin typeface="Arial Black"/>
                <a:cs typeface="Arial Black"/>
              </a:rPr>
              <a:t>t</a:t>
            </a:r>
            <a:r>
              <a:rPr sz="6000" spc="-9" baseline="4136" dirty="0">
                <a:latin typeface="Arial Black"/>
                <a:cs typeface="Arial Black"/>
              </a:rPr>
              <a:t>o</a:t>
            </a:r>
            <a:r>
              <a:rPr sz="6000" spc="0" baseline="4136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  <a:p>
            <a:pPr marL="12700" marR="76169">
              <a:lnSpc>
                <a:spcPts val="3929"/>
              </a:lnSpc>
              <a:spcBef>
                <a:spcPts val="58"/>
              </a:spcBef>
            </a:pPr>
            <a:r>
              <a:rPr sz="2900" spc="0" dirty="0">
                <a:latin typeface="Arial Black"/>
                <a:cs typeface="Arial Black"/>
              </a:rPr>
              <a:t>T</a:t>
            </a:r>
            <a:r>
              <a:rPr sz="2900" spc="9" dirty="0">
                <a:latin typeface="Arial Black"/>
                <a:cs typeface="Arial Black"/>
              </a:rPr>
              <a:t>i</a:t>
            </a:r>
            <a:r>
              <a:rPr sz="2900" spc="0" dirty="0">
                <a:latin typeface="Arial Black"/>
                <a:cs typeface="Arial Black"/>
              </a:rPr>
              <a:t>pos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203316" y="191181"/>
            <a:ext cx="4379682" cy="5331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200"/>
              </a:lnSpc>
              <a:spcBef>
                <a:spcPts val="210"/>
              </a:spcBef>
            </a:pPr>
            <a:r>
              <a:rPr sz="6000" spc="-19" baseline="1772" dirty="0">
                <a:latin typeface="Arial Black"/>
                <a:cs typeface="Arial Black"/>
              </a:rPr>
              <a:t>N</a:t>
            </a:r>
            <a:r>
              <a:rPr sz="6000" spc="-14" baseline="1772" dirty="0">
                <a:latin typeface="Arial Black"/>
                <a:cs typeface="Arial Black"/>
              </a:rPr>
              <a:t>ão</a:t>
            </a:r>
            <a:r>
              <a:rPr sz="6000" spc="-9" baseline="1772" dirty="0">
                <a:latin typeface="Arial Black"/>
                <a:cs typeface="Arial Black"/>
              </a:rPr>
              <a:t>-</a:t>
            </a:r>
            <a:r>
              <a:rPr sz="6000" spc="-14" baseline="1772" dirty="0">
                <a:latin typeface="Arial Black"/>
                <a:cs typeface="Arial Black"/>
              </a:rPr>
              <a:t>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9" baseline="1772" dirty="0">
                <a:latin typeface="Arial Black"/>
                <a:cs typeface="Arial Black"/>
              </a:rPr>
              <a:t>o</a:t>
            </a:r>
            <a:r>
              <a:rPr sz="6000" spc="-14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82461" y="6358806"/>
            <a:ext cx="272719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latin typeface="Times New Roman"/>
                <a:cs typeface="Times New Roman"/>
              </a:rPr>
              <a:t>13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57172" y="1552955"/>
            <a:ext cx="3971543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5728715" y="1552955"/>
            <a:ext cx="1562099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8753" marR="292378" algn="ctr">
              <a:lnSpc>
                <a:spcPct val="101277"/>
              </a:lnSpc>
              <a:spcBef>
                <a:spcPts val="20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2986" marR="56609" algn="ctr">
              <a:lnSpc>
                <a:spcPct val="101277"/>
              </a:lnSpc>
            </a:pPr>
            <a:r>
              <a:rPr sz="1400" spc="4" dirty="0">
                <a:latin typeface="Verdana"/>
                <a:cs typeface="Verdana"/>
              </a:rPr>
              <a:t>N</a:t>
            </a:r>
            <a:r>
              <a:rPr sz="1400" spc="-14" dirty="0">
                <a:latin typeface="Verdana"/>
                <a:cs typeface="Verdana"/>
              </a:rPr>
              <a:t>ã</a:t>
            </a:r>
            <a:r>
              <a:rPr sz="1400" spc="0" dirty="0">
                <a:latin typeface="Verdana"/>
                <a:cs typeface="Verdana"/>
              </a:rPr>
              <a:t>o-</a:t>
            </a:r>
            <a:r>
              <a:rPr sz="1400" spc="-14" dirty="0">
                <a:latin typeface="Verdana"/>
                <a:cs typeface="Verdana"/>
              </a:rPr>
              <a:t>F</a:t>
            </a:r>
            <a:r>
              <a:rPr sz="1400" spc="0" dirty="0">
                <a:latin typeface="Verdana"/>
                <a:cs typeface="Verdana"/>
              </a:rPr>
              <a:t>un</a:t>
            </a: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0" dirty="0">
                <a:latin typeface="Verdana"/>
                <a:cs typeface="Verdana"/>
              </a:rPr>
              <a:t>on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14" dirty="0">
                <a:latin typeface="Verdana"/>
                <a:cs typeface="Verdana"/>
              </a:rPr>
              <a:t>is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290816" y="1552955"/>
            <a:ext cx="3214116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1757172" y="2075688"/>
            <a:ext cx="4705223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9" name="object 69"/>
          <p:cNvSpPr txBox="1"/>
          <p:nvPr/>
        </p:nvSpPr>
        <p:spPr>
          <a:xfrm>
            <a:off x="6462395" y="2075688"/>
            <a:ext cx="4042537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1757172" y="2305811"/>
            <a:ext cx="2388107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4145279" y="2305811"/>
            <a:ext cx="2317115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6462395" y="2305811"/>
            <a:ext cx="2331084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8793480" y="2305811"/>
            <a:ext cx="1711452" cy="280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1757172" y="2586227"/>
            <a:ext cx="1848612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3605784" y="2586227"/>
            <a:ext cx="1168590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6900" marR="63570" indent="32003">
              <a:lnSpc>
                <a:spcPct val="101378"/>
              </a:lnSpc>
              <a:spcBef>
                <a:spcPts val="204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do</a:t>
            </a:r>
            <a:r>
              <a:rPr sz="1400" spc="-109" dirty="0">
                <a:latin typeface="Verdana"/>
                <a:cs typeface="Verdana"/>
              </a:rPr>
              <a:t> </a:t>
            </a:r>
            <a:r>
              <a:rPr sz="1400" spc="4" dirty="0">
                <a:latin typeface="Verdana"/>
                <a:cs typeface="Verdana"/>
              </a:rPr>
              <a:t>P</a:t>
            </a:r>
            <a:r>
              <a:rPr sz="1400" spc="0" dirty="0">
                <a:latin typeface="Verdana"/>
                <a:cs typeface="Verdana"/>
              </a:rPr>
              <a:t>roduto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4374" y="2586227"/>
            <a:ext cx="936053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7" name="object 77"/>
          <p:cNvSpPr txBox="1"/>
          <p:nvPr/>
        </p:nvSpPr>
        <p:spPr>
          <a:xfrm>
            <a:off x="5710428" y="2586227"/>
            <a:ext cx="1601470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16787" marR="313714" algn="ctr">
              <a:lnSpc>
                <a:spcPct val="101277"/>
              </a:lnSpc>
              <a:spcBef>
                <a:spcPts val="204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2732" marR="59657" algn="ctr">
              <a:lnSpc>
                <a:spcPct val="101277"/>
              </a:lnSpc>
            </a:pPr>
            <a:r>
              <a:rPr sz="1400" spc="-14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rg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n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4" dirty="0">
                <a:latin typeface="Verdana"/>
                <a:cs typeface="Verdana"/>
              </a:rPr>
              <a:t>z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n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14" dirty="0">
                <a:latin typeface="Verdana"/>
                <a:cs typeface="Verdana"/>
              </a:rPr>
              <a:t>is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311897" y="2586227"/>
            <a:ext cx="905509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9" name="object 79"/>
          <p:cNvSpPr txBox="1"/>
          <p:nvPr/>
        </p:nvSpPr>
        <p:spPr>
          <a:xfrm>
            <a:off x="8217407" y="2586227"/>
            <a:ext cx="1103376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629" marR="57502" algn="ctr">
              <a:lnSpc>
                <a:spcPct val="101277"/>
              </a:lnSpc>
              <a:spcBef>
                <a:spcPts val="204"/>
              </a:spcBef>
            </a:pPr>
            <a:r>
              <a:rPr sz="1400" spc="-75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e</a:t>
            </a:r>
            <a:r>
              <a:rPr sz="1400" spc="4" dirty="0">
                <a:latin typeface="Verdana"/>
                <a:cs typeface="Verdana"/>
              </a:rPr>
              <a:t>q</a:t>
            </a:r>
            <a:r>
              <a:rPr sz="1400" spc="0" dirty="0">
                <a:latin typeface="Verdana"/>
                <a:cs typeface="Verdana"/>
              </a:rPr>
              <a:t>u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os</a:t>
            </a:r>
            <a:endParaRPr sz="1400">
              <a:latin typeface="Verdana"/>
              <a:cs typeface="Verdana"/>
            </a:endParaRPr>
          </a:p>
          <a:p>
            <a:pPr marL="135470" marR="128846" algn="ctr">
              <a:lnSpc>
                <a:spcPct val="101277"/>
              </a:lnSpc>
            </a:pPr>
            <a:r>
              <a:rPr sz="1400" spc="-9" dirty="0">
                <a:latin typeface="Verdana"/>
                <a:cs typeface="Verdana"/>
              </a:rPr>
              <a:t>E</a:t>
            </a:r>
            <a:r>
              <a:rPr sz="1400" spc="-14" dirty="0">
                <a:latin typeface="Verdana"/>
                <a:cs typeface="Verdana"/>
              </a:rPr>
              <a:t>xt</a:t>
            </a:r>
            <a:r>
              <a:rPr sz="1400" spc="-9" dirty="0">
                <a:latin typeface="Verdana"/>
                <a:cs typeface="Verdana"/>
              </a:rPr>
              <a:t>ern</a:t>
            </a:r>
            <a:r>
              <a:rPr sz="1400" spc="-14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320783" y="2586227"/>
            <a:ext cx="1184148" cy="522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1" name="object 81"/>
          <p:cNvSpPr txBox="1"/>
          <p:nvPr/>
        </p:nvSpPr>
        <p:spPr>
          <a:xfrm>
            <a:off x="1757172" y="3108960"/>
            <a:ext cx="2375027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2" name="object 82"/>
          <p:cNvSpPr txBox="1"/>
          <p:nvPr/>
        </p:nvSpPr>
        <p:spPr>
          <a:xfrm>
            <a:off x="4132198" y="3108960"/>
            <a:ext cx="2330196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6462395" y="3108960"/>
            <a:ext cx="2728849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9191243" y="3108960"/>
            <a:ext cx="1313688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1757172" y="3380994"/>
            <a:ext cx="181355" cy="12626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1938527" y="3380994"/>
            <a:ext cx="804672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2743200" y="3380994"/>
            <a:ext cx="1388999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88"/>
          <p:cNvSpPr txBox="1"/>
          <p:nvPr/>
        </p:nvSpPr>
        <p:spPr>
          <a:xfrm>
            <a:off x="4132198" y="3380994"/>
            <a:ext cx="1534033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89"/>
          <p:cNvSpPr txBox="1"/>
          <p:nvPr/>
        </p:nvSpPr>
        <p:spPr>
          <a:xfrm>
            <a:off x="5666232" y="3380994"/>
            <a:ext cx="796163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90"/>
          <p:cNvSpPr txBox="1"/>
          <p:nvPr/>
        </p:nvSpPr>
        <p:spPr>
          <a:xfrm>
            <a:off x="6462395" y="3380994"/>
            <a:ext cx="1259712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7722107" y="3380994"/>
            <a:ext cx="1469136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92"/>
          <p:cNvSpPr txBox="1"/>
          <p:nvPr/>
        </p:nvSpPr>
        <p:spPr>
          <a:xfrm>
            <a:off x="9191243" y="3380994"/>
            <a:ext cx="937259" cy="28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93"/>
          <p:cNvSpPr txBox="1"/>
          <p:nvPr/>
        </p:nvSpPr>
        <p:spPr>
          <a:xfrm>
            <a:off x="10128504" y="3380994"/>
            <a:ext cx="376428" cy="12626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94"/>
          <p:cNvSpPr txBox="1"/>
          <p:nvPr/>
        </p:nvSpPr>
        <p:spPr>
          <a:xfrm>
            <a:off x="1938527" y="3662171"/>
            <a:ext cx="124968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2063495" y="3662171"/>
            <a:ext cx="1275460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7536" marR="38032" indent="100584">
              <a:lnSpc>
                <a:spcPct val="101378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de</a:t>
            </a:r>
            <a:r>
              <a:rPr sz="1400" spc="-79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E</a:t>
            </a:r>
            <a:r>
              <a:rPr sz="1400" spc="-14" dirty="0">
                <a:latin typeface="Verdana"/>
                <a:cs typeface="Verdana"/>
              </a:rPr>
              <a:t>f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c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ênc</a:t>
            </a:r>
            <a:r>
              <a:rPr sz="1400" spc="0" dirty="0">
                <a:latin typeface="Verdana"/>
                <a:cs typeface="Verdana"/>
              </a:rPr>
              <a:t>ia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338957" y="3662171"/>
            <a:ext cx="99187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7" name="object 97"/>
          <p:cNvSpPr txBox="1"/>
          <p:nvPr/>
        </p:nvSpPr>
        <p:spPr>
          <a:xfrm>
            <a:off x="3438144" y="3662171"/>
            <a:ext cx="1466596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2361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  <a:p>
            <a:pPr marL="99313">
              <a:lnSpc>
                <a:spcPct val="101277"/>
              </a:lnSpc>
            </a:pP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0" dirty="0">
                <a:latin typeface="Verdana"/>
                <a:cs typeface="Verdana"/>
              </a:rPr>
              <a:t>on</a:t>
            </a:r>
            <a:r>
              <a:rPr sz="1400" spc="-14" dirty="0">
                <a:latin typeface="Verdana"/>
                <a:cs typeface="Verdana"/>
              </a:rPr>
              <a:t>f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b</a:t>
            </a:r>
            <a:r>
              <a:rPr sz="1400" spc="9" dirty="0">
                <a:latin typeface="Verdana"/>
                <a:cs typeface="Verdana"/>
              </a:rPr>
              <a:t>il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4" dirty="0">
                <a:latin typeface="Verdana"/>
                <a:cs typeface="Verdana"/>
              </a:rPr>
              <a:t>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892040" y="3662171"/>
            <a:ext cx="105155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9" name="object 99"/>
          <p:cNvSpPr txBox="1"/>
          <p:nvPr/>
        </p:nvSpPr>
        <p:spPr>
          <a:xfrm>
            <a:off x="4997196" y="3662171"/>
            <a:ext cx="1399286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8425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4" dirty="0">
                <a:latin typeface="Verdana"/>
                <a:cs typeface="Verdana"/>
              </a:rPr>
              <a:t>e</a:t>
            </a:r>
            <a:r>
              <a:rPr sz="1400" spc="-9" dirty="0">
                <a:latin typeface="Verdana"/>
                <a:cs typeface="Verdana"/>
              </a:rPr>
              <a:t>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r>
              <a:rPr sz="1400" spc="-10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  <a:p>
            <a:pPr marL="113664">
              <a:lnSpc>
                <a:spcPct val="101277"/>
              </a:lnSpc>
            </a:pPr>
            <a:r>
              <a:rPr sz="1400" spc="-39" dirty="0">
                <a:latin typeface="Verdana"/>
                <a:cs typeface="Verdana"/>
              </a:rPr>
              <a:t>P</a:t>
            </a:r>
            <a:r>
              <a:rPr sz="1400" spc="-9" dirty="0">
                <a:latin typeface="Verdana"/>
                <a:cs typeface="Verdana"/>
              </a:rPr>
              <a:t>or</a:t>
            </a:r>
            <a:r>
              <a:rPr sz="1400" spc="-14" dirty="0">
                <a:latin typeface="Verdana"/>
                <a:cs typeface="Verdana"/>
              </a:rPr>
              <a:t>ta</a:t>
            </a:r>
            <a:r>
              <a:rPr sz="1400" spc="-9" dirty="0">
                <a:latin typeface="Verdana"/>
                <a:cs typeface="Verdana"/>
              </a:rPr>
              <a:t>b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4" dirty="0">
                <a:latin typeface="Verdana"/>
                <a:cs typeface="Verdana"/>
              </a:rPr>
              <a:t>l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0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383782" y="3662171"/>
            <a:ext cx="78612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1" name="object 101"/>
          <p:cNvSpPr txBox="1"/>
          <p:nvPr/>
        </p:nvSpPr>
        <p:spPr>
          <a:xfrm>
            <a:off x="6462395" y="3662171"/>
            <a:ext cx="534288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2" name="object 102"/>
          <p:cNvSpPr txBox="1"/>
          <p:nvPr/>
        </p:nvSpPr>
        <p:spPr>
          <a:xfrm>
            <a:off x="6996683" y="3662171"/>
            <a:ext cx="1839214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5225" marR="324518" algn="ctr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r>
              <a:rPr sz="1400" spc="-9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  <a:p>
            <a:pPr marL="74510" marR="64637" algn="ctr">
              <a:lnSpc>
                <a:spcPct val="101277"/>
              </a:lnSpc>
            </a:pPr>
            <a:r>
              <a:rPr sz="1400" spc="-14" dirty="0">
                <a:latin typeface="Verdana"/>
                <a:cs typeface="Verdana"/>
              </a:rPr>
              <a:t>I</a:t>
            </a:r>
            <a:r>
              <a:rPr sz="1400" spc="0" dirty="0">
                <a:latin typeface="Verdana"/>
                <a:cs typeface="Verdana"/>
              </a:rPr>
              <a:t>n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ero</a:t>
            </a:r>
            <a:r>
              <a:rPr sz="1400" spc="4" dirty="0">
                <a:latin typeface="Verdana"/>
                <a:cs typeface="Verdana"/>
              </a:rPr>
              <a:t>pe</a:t>
            </a:r>
            <a:r>
              <a:rPr sz="1400" spc="-44" dirty="0">
                <a:latin typeface="Verdana"/>
                <a:cs typeface="Verdana"/>
              </a:rPr>
              <a:t>r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b</a:t>
            </a:r>
            <a:r>
              <a:rPr sz="1400" spc="9" dirty="0">
                <a:latin typeface="Verdana"/>
                <a:cs typeface="Verdana"/>
              </a:rPr>
              <a:t>ilid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835897" y="3662171"/>
            <a:ext cx="140461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4" name="object 104"/>
          <p:cNvSpPr txBox="1"/>
          <p:nvPr/>
        </p:nvSpPr>
        <p:spPr>
          <a:xfrm>
            <a:off x="8976359" y="3662171"/>
            <a:ext cx="1103376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375" marR="57756" algn="ctr">
              <a:lnSpc>
                <a:spcPct val="101277"/>
              </a:lnSpc>
              <a:spcBef>
                <a:spcPts val="210"/>
              </a:spcBef>
            </a:pPr>
            <a:r>
              <a:rPr sz="1400" spc="-75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e</a:t>
            </a:r>
            <a:r>
              <a:rPr sz="1400" spc="4" dirty="0">
                <a:latin typeface="Verdana"/>
                <a:cs typeface="Verdana"/>
              </a:rPr>
              <a:t>q</a:t>
            </a:r>
            <a:r>
              <a:rPr sz="1400" spc="0" dirty="0">
                <a:latin typeface="Verdana"/>
                <a:cs typeface="Verdana"/>
              </a:rPr>
              <a:t>u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os</a:t>
            </a:r>
            <a:endParaRPr sz="1400">
              <a:latin typeface="Verdana"/>
              <a:cs typeface="Verdana"/>
            </a:endParaRPr>
          </a:p>
          <a:p>
            <a:pPr marL="264756" marR="254184" algn="ctr">
              <a:lnSpc>
                <a:spcPct val="101277"/>
              </a:lnSpc>
            </a:pPr>
            <a:r>
              <a:rPr sz="1400" spc="-9" dirty="0">
                <a:latin typeface="Verdana"/>
                <a:cs typeface="Verdana"/>
              </a:rPr>
              <a:t>É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co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079735" y="3662171"/>
            <a:ext cx="48768" cy="524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6" name="object 106"/>
          <p:cNvSpPr txBox="1"/>
          <p:nvPr/>
        </p:nvSpPr>
        <p:spPr>
          <a:xfrm>
            <a:off x="1938527" y="4186428"/>
            <a:ext cx="1400428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7" name="object 107"/>
          <p:cNvSpPr txBox="1"/>
          <p:nvPr/>
        </p:nvSpPr>
        <p:spPr>
          <a:xfrm>
            <a:off x="3338957" y="4186428"/>
            <a:ext cx="3123438" cy="227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8" name="object 108"/>
          <p:cNvSpPr txBox="1"/>
          <p:nvPr/>
        </p:nvSpPr>
        <p:spPr>
          <a:xfrm>
            <a:off x="6462395" y="4186428"/>
            <a:ext cx="3666108" cy="227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9" name="object 109"/>
          <p:cNvSpPr txBox="1"/>
          <p:nvPr/>
        </p:nvSpPr>
        <p:spPr>
          <a:xfrm>
            <a:off x="3338957" y="4413503"/>
            <a:ext cx="1696339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0" name="object 110"/>
          <p:cNvSpPr txBox="1"/>
          <p:nvPr/>
        </p:nvSpPr>
        <p:spPr>
          <a:xfrm>
            <a:off x="5035296" y="4413503"/>
            <a:ext cx="1427099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1" name="object 111"/>
          <p:cNvSpPr txBox="1"/>
          <p:nvPr/>
        </p:nvSpPr>
        <p:spPr>
          <a:xfrm>
            <a:off x="6462395" y="4413503"/>
            <a:ext cx="1494408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2" name="object 112"/>
          <p:cNvSpPr txBox="1"/>
          <p:nvPr/>
        </p:nvSpPr>
        <p:spPr>
          <a:xfrm>
            <a:off x="7956804" y="4413503"/>
            <a:ext cx="2171700" cy="230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3" name="object 113"/>
          <p:cNvSpPr txBox="1"/>
          <p:nvPr/>
        </p:nvSpPr>
        <p:spPr>
          <a:xfrm>
            <a:off x="1757172" y="4643628"/>
            <a:ext cx="1499235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9836" marR="264097" algn="ctr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3218" marR="76992" algn="ctr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69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U</a:t>
            </a:r>
            <a:r>
              <a:rPr sz="1400" spc="-14" dirty="0">
                <a:latin typeface="Verdana"/>
                <a:cs typeface="Verdana"/>
              </a:rPr>
              <a:t>sab</a:t>
            </a:r>
            <a:r>
              <a:rPr sz="1400" spc="0" dirty="0">
                <a:latin typeface="Verdana"/>
                <a:cs typeface="Verdana"/>
              </a:rPr>
              <a:t>il</a:t>
            </a:r>
            <a:r>
              <a:rPr sz="1400" spc="-4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dad</a:t>
            </a:r>
            <a:r>
              <a:rPr sz="1400" spc="0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256407" y="4643628"/>
            <a:ext cx="82549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5" name="object 115"/>
          <p:cNvSpPr txBox="1"/>
          <p:nvPr/>
        </p:nvSpPr>
        <p:spPr>
          <a:xfrm>
            <a:off x="3338957" y="4643628"/>
            <a:ext cx="957199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6" name="object 116"/>
          <p:cNvSpPr txBox="1"/>
          <p:nvPr/>
        </p:nvSpPr>
        <p:spPr>
          <a:xfrm>
            <a:off x="4296155" y="4643628"/>
            <a:ext cx="118008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270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4" dirty="0">
                <a:latin typeface="Verdana"/>
                <a:cs typeface="Verdana"/>
              </a:rPr>
              <a:t>e</a:t>
            </a:r>
            <a:r>
              <a:rPr sz="1400" spc="-9" dirty="0">
                <a:latin typeface="Verdana"/>
                <a:cs typeface="Verdana"/>
              </a:rPr>
              <a:t>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96266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79" dirty="0">
                <a:latin typeface="Verdana"/>
                <a:cs typeface="Verdana"/>
              </a:rPr>
              <a:t> </a:t>
            </a:r>
            <a:r>
              <a:rPr sz="1400" spc="-14" dirty="0">
                <a:latin typeface="Verdana"/>
                <a:cs typeface="Verdana"/>
              </a:rPr>
              <a:t>Ent</a:t>
            </a:r>
            <a:r>
              <a:rPr sz="1400" spc="-9" dirty="0">
                <a:latin typeface="Verdana"/>
                <a:cs typeface="Verdana"/>
              </a:rPr>
              <a:t>re</a:t>
            </a:r>
            <a:r>
              <a:rPr sz="1400" spc="-14" dirty="0">
                <a:latin typeface="Verdana"/>
                <a:cs typeface="Verdana"/>
              </a:rPr>
              <a:t>g</a:t>
            </a:r>
            <a:r>
              <a:rPr sz="1400" spc="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463540" y="4643628"/>
            <a:ext cx="7772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8" name="object 118"/>
          <p:cNvSpPr txBox="1"/>
          <p:nvPr/>
        </p:nvSpPr>
        <p:spPr>
          <a:xfrm>
            <a:off x="5541264" y="4643628"/>
            <a:ext cx="1882013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7923" marR="456826" algn="ctr">
              <a:lnSpc>
                <a:spcPct val="101277"/>
              </a:lnSpc>
              <a:spcBef>
                <a:spcPts val="325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4" dirty="0">
                <a:latin typeface="Verdana"/>
                <a:cs typeface="Verdana"/>
              </a:rPr>
              <a:t>e</a:t>
            </a:r>
            <a:r>
              <a:rPr sz="1400" spc="-9" dirty="0">
                <a:latin typeface="Verdana"/>
                <a:cs typeface="Verdana"/>
              </a:rPr>
              <a:t>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-9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83019" marR="85003" algn="ctr">
              <a:lnSpc>
                <a:spcPts val="1680"/>
              </a:lnSpc>
              <a:spcBef>
                <a:spcPts val="84"/>
              </a:spcBef>
            </a:pPr>
            <a:r>
              <a:rPr sz="2100" spc="0" baseline="-1959" dirty="0">
                <a:latin typeface="Verdana"/>
                <a:cs typeface="Verdana"/>
              </a:rPr>
              <a:t>de</a:t>
            </a:r>
            <a:r>
              <a:rPr sz="2100" spc="-54" baseline="-1959" dirty="0">
                <a:latin typeface="Verdana"/>
                <a:cs typeface="Verdana"/>
              </a:rPr>
              <a:t> </a:t>
            </a:r>
            <a:r>
              <a:rPr sz="2100" spc="-14" baseline="-1959" dirty="0">
                <a:latin typeface="Verdana"/>
                <a:cs typeface="Verdana"/>
              </a:rPr>
              <a:t>I</a:t>
            </a:r>
            <a:r>
              <a:rPr sz="2100" spc="-9" baseline="-1959" dirty="0">
                <a:latin typeface="Verdana"/>
                <a:cs typeface="Verdana"/>
              </a:rPr>
              <a:t>mp</a:t>
            </a:r>
            <a:r>
              <a:rPr sz="2100" spc="0" baseline="-1959" dirty="0">
                <a:latin typeface="Verdana"/>
                <a:cs typeface="Verdana"/>
              </a:rPr>
              <a:t>l</a:t>
            </a:r>
            <a:r>
              <a:rPr sz="2100" spc="-9" baseline="-1959" dirty="0">
                <a:latin typeface="Verdana"/>
                <a:cs typeface="Verdana"/>
              </a:rPr>
              <a:t>emen</a:t>
            </a:r>
            <a:r>
              <a:rPr sz="2100" spc="-14" baseline="-1959" dirty="0">
                <a:latin typeface="Verdana"/>
                <a:cs typeface="Verdana"/>
              </a:rPr>
              <a:t>ta</a:t>
            </a:r>
            <a:r>
              <a:rPr sz="2100" spc="-9" baseline="-1959" dirty="0">
                <a:latin typeface="Verdana"/>
                <a:cs typeface="Verdana"/>
              </a:rPr>
              <a:t>ç</a:t>
            </a:r>
            <a:r>
              <a:rPr sz="2100" spc="-14" baseline="-1959" dirty="0">
                <a:latin typeface="Verdana"/>
                <a:cs typeface="Verdana"/>
              </a:rPr>
              <a:t>ã</a:t>
            </a:r>
            <a:r>
              <a:rPr sz="2100" spc="0" baseline="-1959" dirty="0">
                <a:latin typeface="Verdana"/>
                <a:cs typeface="Verdana"/>
              </a:rPr>
              <a:t>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423277" y="4643628"/>
            <a:ext cx="15367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0" name="object 120"/>
          <p:cNvSpPr txBox="1"/>
          <p:nvPr/>
        </p:nvSpPr>
        <p:spPr>
          <a:xfrm>
            <a:off x="7438643" y="4643628"/>
            <a:ext cx="1190752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4747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98171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104" dirty="0">
                <a:latin typeface="Verdana"/>
                <a:cs typeface="Verdana"/>
              </a:rPr>
              <a:t> </a:t>
            </a:r>
            <a:r>
              <a:rPr sz="1400" spc="-44" dirty="0">
                <a:latin typeface="Verdana"/>
                <a:cs typeface="Verdana"/>
              </a:rPr>
              <a:t>P</a:t>
            </a:r>
            <a:r>
              <a:rPr sz="1400" spc="-14" dirty="0">
                <a:latin typeface="Verdana"/>
                <a:cs typeface="Verdana"/>
              </a:rPr>
              <a:t>ad</a:t>
            </a:r>
            <a:r>
              <a:rPr sz="1400" spc="-9" dirty="0">
                <a:latin typeface="Verdana"/>
                <a:cs typeface="Verdana"/>
              </a:rPr>
              <a:t>r</a:t>
            </a:r>
            <a:r>
              <a:rPr sz="1400" spc="-14" dirty="0">
                <a:latin typeface="Verdana"/>
                <a:cs typeface="Verdana"/>
              </a:rPr>
              <a:t>õ</a:t>
            </a:r>
            <a:r>
              <a:rPr sz="1400" spc="-9" dirty="0">
                <a:latin typeface="Verdana"/>
                <a:cs typeface="Verdana"/>
              </a:rPr>
              <a:t>e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616695" y="4643628"/>
            <a:ext cx="641603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2" name="object 122"/>
          <p:cNvSpPr txBox="1"/>
          <p:nvPr/>
        </p:nvSpPr>
        <p:spPr>
          <a:xfrm>
            <a:off x="9258300" y="4643628"/>
            <a:ext cx="1242250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0654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98171">
              <a:lnSpc>
                <a:spcPct val="101277"/>
              </a:lnSpc>
            </a:pPr>
            <a:r>
              <a:rPr sz="1400" spc="-14" dirty="0">
                <a:latin typeface="Verdana"/>
                <a:cs typeface="Verdana"/>
              </a:rPr>
              <a:t>L</a:t>
            </a:r>
            <a:r>
              <a:rPr sz="1400" spc="0" dirty="0">
                <a:latin typeface="Verdana"/>
                <a:cs typeface="Verdana"/>
              </a:rPr>
              <a:t>eg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l</a:t>
            </a:r>
            <a:r>
              <a:rPr sz="1400" spc="-14" dirty="0">
                <a:latin typeface="Verdana"/>
                <a:cs typeface="Verdana"/>
              </a:rPr>
              <a:t>at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29" dirty="0">
                <a:latin typeface="Verdana"/>
                <a:cs typeface="Verdana"/>
              </a:rPr>
              <a:t>v</a:t>
            </a:r>
            <a:r>
              <a:rPr sz="1400" spc="0" dirty="0">
                <a:latin typeface="Verdana"/>
                <a:cs typeface="Verdana"/>
              </a:rPr>
              <a:t>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757172" y="5166359"/>
            <a:ext cx="1581784" cy="243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4" name="object 124"/>
          <p:cNvSpPr txBox="1"/>
          <p:nvPr/>
        </p:nvSpPr>
        <p:spPr>
          <a:xfrm>
            <a:off x="3338957" y="5166359"/>
            <a:ext cx="6440551" cy="243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5" name="object 125"/>
          <p:cNvSpPr txBox="1"/>
          <p:nvPr/>
        </p:nvSpPr>
        <p:spPr>
          <a:xfrm>
            <a:off x="9779507" y="5166359"/>
            <a:ext cx="708342" cy="498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6" name="object 126"/>
          <p:cNvSpPr txBox="1"/>
          <p:nvPr/>
        </p:nvSpPr>
        <p:spPr>
          <a:xfrm>
            <a:off x="1757172" y="5410200"/>
            <a:ext cx="1100327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7" name="object 127"/>
          <p:cNvSpPr txBox="1"/>
          <p:nvPr/>
        </p:nvSpPr>
        <p:spPr>
          <a:xfrm>
            <a:off x="2857500" y="5410200"/>
            <a:ext cx="1485900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8" name="object 128"/>
          <p:cNvSpPr txBox="1"/>
          <p:nvPr/>
        </p:nvSpPr>
        <p:spPr>
          <a:xfrm>
            <a:off x="4343400" y="5410200"/>
            <a:ext cx="3962400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9" name="object 129"/>
          <p:cNvSpPr txBox="1"/>
          <p:nvPr/>
        </p:nvSpPr>
        <p:spPr>
          <a:xfrm>
            <a:off x="8305800" y="5410200"/>
            <a:ext cx="1473707" cy="254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0" name="object 130"/>
          <p:cNvSpPr txBox="1"/>
          <p:nvPr/>
        </p:nvSpPr>
        <p:spPr>
          <a:xfrm>
            <a:off x="1757172" y="5664708"/>
            <a:ext cx="234695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1" name="object 131"/>
          <p:cNvSpPr txBox="1"/>
          <p:nvPr/>
        </p:nvSpPr>
        <p:spPr>
          <a:xfrm>
            <a:off x="1991867" y="5664708"/>
            <a:ext cx="1642491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9940" marR="337249" algn="ctr">
              <a:lnSpc>
                <a:spcPct val="101277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73240" marR="77707" algn="ctr">
              <a:lnSpc>
                <a:spcPct val="101277"/>
              </a:lnSpc>
            </a:pPr>
            <a:r>
              <a:rPr sz="1400" spc="0" dirty="0">
                <a:latin typeface="Verdana"/>
                <a:cs typeface="Verdana"/>
              </a:rPr>
              <a:t>de</a:t>
            </a:r>
            <a:r>
              <a:rPr sz="1400" spc="-69" dirty="0">
                <a:latin typeface="Verdana"/>
                <a:cs typeface="Verdana"/>
              </a:rPr>
              <a:t> </a:t>
            </a:r>
            <a:r>
              <a:rPr sz="1400" spc="-14" dirty="0">
                <a:latin typeface="Verdana"/>
                <a:cs typeface="Verdana"/>
              </a:rPr>
              <a:t>D</a:t>
            </a:r>
            <a:r>
              <a:rPr sz="1400" spc="-9" dirty="0">
                <a:latin typeface="Verdana"/>
                <a:cs typeface="Verdana"/>
              </a:rPr>
              <a:t>esempenh</a:t>
            </a:r>
            <a:r>
              <a:rPr sz="1400" spc="0" dirty="0">
                <a:latin typeface="Verdana"/>
                <a:cs typeface="Verdana"/>
              </a:rPr>
              <a:t>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634359" y="5664708"/>
            <a:ext cx="94868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3" name="object 133"/>
          <p:cNvSpPr txBox="1"/>
          <p:nvPr/>
        </p:nvSpPr>
        <p:spPr>
          <a:xfrm>
            <a:off x="3729228" y="5664708"/>
            <a:ext cx="1104900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1473" marR="55774" indent="-4572">
              <a:lnSpc>
                <a:spcPct val="101378"/>
              </a:lnSpc>
              <a:spcBef>
                <a:spcPts val="210"/>
              </a:spcBef>
            </a:pPr>
            <a:r>
              <a:rPr sz="1400" spc="-75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e</a:t>
            </a:r>
            <a:r>
              <a:rPr sz="1400" spc="4" dirty="0">
                <a:latin typeface="Verdana"/>
                <a:cs typeface="Verdana"/>
              </a:rPr>
              <a:t>q</a:t>
            </a:r>
            <a:r>
              <a:rPr sz="1400" spc="0" dirty="0">
                <a:latin typeface="Verdana"/>
                <a:cs typeface="Verdana"/>
              </a:rPr>
              <a:t>u</a:t>
            </a:r>
            <a:r>
              <a:rPr sz="1400" spc="14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s</a:t>
            </a:r>
            <a:r>
              <a:rPr sz="1400" spc="9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os de</a:t>
            </a:r>
            <a:r>
              <a:rPr sz="1400" spc="-94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Esp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ç</a:t>
            </a:r>
            <a:r>
              <a:rPr sz="1400" spc="0" dirty="0">
                <a:latin typeface="Verdana"/>
                <a:cs typeface="Verdana"/>
              </a:rPr>
              <a:t>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834128" y="5664708"/>
            <a:ext cx="263042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5" name="object 135"/>
          <p:cNvSpPr txBox="1"/>
          <p:nvPr/>
        </p:nvSpPr>
        <p:spPr>
          <a:xfrm>
            <a:off x="7464552" y="5664708"/>
            <a:ext cx="1493266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9059" marR="75362" indent="193548">
              <a:lnSpc>
                <a:spcPct val="101378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de</a:t>
            </a:r>
            <a:r>
              <a:rPr sz="1400" spc="-104" dirty="0">
                <a:latin typeface="Verdana"/>
                <a:cs typeface="Verdana"/>
              </a:rPr>
              <a:t> </a:t>
            </a:r>
            <a:r>
              <a:rPr sz="1400" spc="-4" dirty="0">
                <a:latin typeface="Verdana"/>
                <a:cs typeface="Verdana"/>
              </a:rPr>
              <a:t>P</a:t>
            </a:r>
            <a:r>
              <a:rPr sz="1400" spc="-9" dirty="0">
                <a:latin typeface="Verdana"/>
                <a:cs typeface="Verdana"/>
              </a:rPr>
              <a:t>r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39" dirty="0">
                <a:latin typeface="Verdana"/>
                <a:cs typeface="Verdana"/>
              </a:rPr>
              <a:t>v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c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d</a:t>
            </a:r>
            <a:r>
              <a:rPr sz="1400" spc="0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957818" y="5664708"/>
            <a:ext cx="128270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7" name="object 137"/>
          <p:cNvSpPr txBox="1"/>
          <p:nvPr/>
        </p:nvSpPr>
        <p:spPr>
          <a:xfrm>
            <a:off x="9086088" y="5664708"/>
            <a:ext cx="1418844" cy="522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8170" marR="74145" indent="155448">
              <a:lnSpc>
                <a:spcPct val="101378"/>
              </a:lnSpc>
              <a:spcBef>
                <a:spcPts val="210"/>
              </a:spcBef>
            </a:pP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9" dirty="0">
                <a:latin typeface="Verdana"/>
                <a:cs typeface="Verdana"/>
              </a:rPr>
              <a:t>equ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s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4" dirty="0">
                <a:latin typeface="Verdana"/>
                <a:cs typeface="Verdana"/>
              </a:rPr>
              <a:t>to</a:t>
            </a:r>
            <a:r>
              <a:rPr sz="1400" spc="0" dirty="0">
                <a:latin typeface="Verdana"/>
                <a:cs typeface="Verdana"/>
              </a:rPr>
              <a:t>s de</a:t>
            </a:r>
            <a:r>
              <a:rPr sz="1400" spc="-94" dirty="0">
                <a:latin typeface="Verdana"/>
                <a:cs typeface="Verdana"/>
              </a:rPr>
              <a:t> </a:t>
            </a:r>
            <a:r>
              <a:rPr sz="1400" spc="-9" dirty="0">
                <a:latin typeface="Verdana"/>
                <a:cs typeface="Verdana"/>
              </a:rPr>
              <a:t>Segu</a:t>
            </a:r>
            <a:r>
              <a:rPr sz="1400" spc="-34" dirty="0">
                <a:latin typeface="Verdana"/>
                <a:cs typeface="Verdana"/>
              </a:rPr>
              <a:t>r</a:t>
            </a:r>
            <a:r>
              <a:rPr sz="1400" spc="-14" dirty="0">
                <a:latin typeface="Verdana"/>
                <a:cs typeface="Verdana"/>
              </a:rPr>
              <a:t>a</a:t>
            </a:r>
            <a:r>
              <a:rPr sz="1400" spc="-9" dirty="0">
                <a:latin typeface="Verdana"/>
                <a:cs typeface="Verdana"/>
              </a:rPr>
              <a:t>nç</a:t>
            </a:r>
            <a:r>
              <a:rPr sz="1400" spc="0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494965"/>
            <a:ext cx="3018786" cy="10498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60"/>
              </a:lnSpc>
              <a:spcBef>
                <a:spcPts val="223"/>
              </a:spcBef>
            </a:pPr>
            <a:r>
              <a:rPr sz="6000" spc="-109" baseline="4136" dirty="0">
                <a:latin typeface="Arial Black"/>
                <a:cs typeface="Arial Black"/>
              </a:rPr>
              <a:t>R</a:t>
            </a:r>
            <a:r>
              <a:rPr sz="6000" spc="-14" baseline="4136" dirty="0">
                <a:latin typeface="Arial Black"/>
                <a:cs typeface="Arial Black"/>
              </a:rPr>
              <a:t>equ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9" baseline="4136" dirty="0">
                <a:latin typeface="Arial Black"/>
                <a:cs typeface="Arial Black"/>
              </a:rPr>
              <a:t>s</a:t>
            </a:r>
            <a:r>
              <a:rPr sz="6000" spc="0" baseline="4136" dirty="0">
                <a:latin typeface="Arial Black"/>
                <a:cs typeface="Arial Black"/>
              </a:rPr>
              <a:t>i</a:t>
            </a:r>
            <a:r>
              <a:rPr sz="6000" spc="-25" baseline="4136" dirty="0">
                <a:latin typeface="Arial Black"/>
                <a:cs typeface="Arial Black"/>
              </a:rPr>
              <a:t>t</a:t>
            </a:r>
            <a:r>
              <a:rPr sz="6000" spc="-14" baseline="4136" dirty="0">
                <a:latin typeface="Arial Black"/>
                <a:cs typeface="Arial Black"/>
              </a:rPr>
              <a:t>o</a:t>
            </a:r>
            <a:r>
              <a:rPr sz="6000" spc="0" baseline="4136" dirty="0">
                <a:latin typeface="Arial Black"/>
                <a:cs typeface="Arial Black"/>
              </a:rPr>
              <a:t>s</a:t>
            </a:r>
            <a:endParaRPr sz="4000">
              <a:latin typeface="Arial Black"/>
              <a:cs typeface="Arial Black"/>
            </a:endParaRPr>
          </a:p>
          <a:p>
            <a:pPr marL="13335" marR="76169">
              <a:lnSpc>
                <a:spcPts val="3810"/>
              </a:lnSpc>
            </a:pPr>
            <a:r>
              <a:rPr sz="5400" spc="0" baseline="1969" dirty="0">
                <a:latin typeface="Arial Black"/>
                <a:cs typeface="Arial Black"/>
              </a:rPr>
              <a:t>E</a:t>
            </a:r>
            <a:r>
              <a:rPr sz="5400" spc="-84" baseline="1969" dirty="0">
                <a:latin typeface="Arial Black"/>
                <a:cs typeface="Arial Black"/>
              </a:rPr>
              <a:t>x</a:t>
            </a:r>
            <a:r>
              <a:rPr sz="5400" spc="-14" baseline="1969" dirty="0">
                <a:latin typeface="Arial Black"/>
                <a:cs typeface="Arial Black"/>
              </a:rPr>
              <a:t>emp</a:t>
            </a:r>
            <a:r>
              <a:rPr sz="5400" spc="-9" baseline="1969" dirty="0">
                <a:latin typeface="Arial Black"/>
                <a:cs typeface="Arial Black"/>
              </a:rPr>
              <a:t>l</a:t>
            </a:r>
            <a:r>
              <a:rPr sz="5400" spc="-14" baseline="1969" dirty="0">
                <a:latin typeface="Arial Black"/>
                <a:cs typeface="Arial Black"/>
              </a:rPr>
              <a:t>o</a:t>
            </a:r>
            <a:r>
              <a:rPr sz="5400" spc="0" baseline="1969" dirty="0">
                <a:latin typeface="Arial Black"/>
                <a:cs typeface="Arial Black"/>
              </a:rPr>
              <a:t>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9328" y="494965"/>
            <a:ext cx="4380063" cy="5331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200"/>
              </a:lnSpc>
              <a:spcBef>
                <a:spcPts val="210"/>
              </a:spcBef>
            </a:pPr>
            <a:r>
              <a:rPr sz="6000" spc="-19" baseline="1772" dirty="0">
                <a:latin typeface="Arial Black"/>
                <a:cs typeface="Arial Black"/>
              </a:rPr>
              <a:t>N</a:t>
            </a:r>
            <a:r>
              <a:rPr sz="6000" spc="-14" baseline="1772" dirty="0">
                <a:latin typeface="Arial Black"/>
                <a:cs typeface="Arial Black"/>
              </a:rPr>
              <a:t>ão</a:t>
            </a:r>
            <a:r>
              <a:rPr sz="6000" spc="-9" baseline="1772" dirty="0">
                <a:latin typeface="Arial Black"/>
                <a:cs typeface="Arial Black"/>
              </a:rPr>
              <a:t>-</a:t>
            </a:r>
            <a:r>
              <a:rPr sz="6000" spc="-14" baseline="1772" dirty="0">
                <a:latin typeface="Arial Black"/>
                <a:cs typeface="Arial Black"/>
              </a:rPr>
              <a:t>Func</a:t>
            </a:r>
            <a:r>
              <a:rPr sz="6000" spc="0" baseline="1772" dirty="0">
                <a:latin typeface="Arial Black"/>
                <a:cs typeface="Arial Black"/>
              </a:rPr>
              <a:t>i</a:t>
            </a:r>
            <a:r>
              <a:rPr sz="6000" spc="-29" baseline="1772" dirty="0">
                <a:latin typeface="Arial Black"/>
                <a:cs typeface="Arial Black"/>
              </a:rPr>
              <a:t>o</a:t>
            </a:r>
            <a:r>
              <a:rPr sz="6000" spc="-14" baseline="1772" dirty="0">
                <a:latin typeface="Arial Black"/>
                <a:cs typeface="Arial Black"/>
              </a:rPr>
              <a:t>na</a:t>
            </a:r>
            <a:r>
              <a:rPr sz="6000" spc="0" baseline="1772" dirty="0">
                <a:latin typeface="Arial Black"/>
                <a:cs typeface="Arial Black"/>
              </a:rPr>
              <a:t>is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5885" y="1763553"/>
            <a:ext cx="1905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4F81B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485" y="1763553"/>
            <a:ext cx="7463644" cy="42398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555"/>
              </a:lnSpc>
              <a:spcBef>
                <a:spcPts val="127"/>
              </a:spcBef>
            </a:pP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Requ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to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400" b="1" spc="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d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400" b="1" spc="-4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P</a:t>
            </a:r>
            <a:r>
              <a:rPr sz="2400" b="1" spc="-9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400" b="1" spc="-14" dirty="0">
                <a:solidFill>
                  <a:srgbClr val="4F81BC"/>
                </a:solidFill>
                <a:latin typeface="Arial"/>
                <a:cs typeface="Arial"/>
              </a:rPr>
              <a:t>odu</a:t>
            </a:r>
            <a:r>
              <a:rPr sz="2400" b="1" spc="0" dirty="0">
                <a:solidFill>
                  <a:srgbClr val="4F81BC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469900" indent="-228600">
              <a:lnSpc>
                <a:spcPts val="2323"/>
              </a:lnSpc>
              <a:spcBef>
                <a:spcPts val="511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r>
              <a:rPr sz="2000" spc="379" dirty="0"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deve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4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3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robu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ole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an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alha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s,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or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 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299"/>
              </a:lnSpc>
              <a:spcBef>
                <a:spcPts val="339"/>
              </a:spcBef>
            </a:pP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n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inua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ua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opera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ç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ã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2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ou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abor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r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de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or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segur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2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mod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 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299"/>
              </a:lnSpc>
              <a:spcBef>
                <a:spcPts val="335"/>
              </a:spcBef>
            </a:pP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au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ôno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ca</a:t>
            </a:r>
            <a:r>
              <a:rPr sz="2000" spc="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</a:t>
            </a:r>
            <a:r>
              <a:rPr sz="2000" spc="-4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haja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l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h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a de</a:t>
            </a:r>
            <a:r>
              <a:rPr sz="2000" spc="-3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um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ou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mais</a:t>
            </a:r>
            <a:r>
              <a:rPr sz="2000" spc="-29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i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4F81BC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F81BC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F81BC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es</a:t>
            </a:r>
            <a:r>
              <a:rPr sz="2000" spc="9" dirty="0">
                <a:solidFill>
                  <a:srgbClr val="4F81BC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en</a:t>
            </a:r>
            <a:r>
              <a:rPr sz="2000" spc="-4" dirty="0">
                <a:solidFill>
                  <a:srgbClr val="4F81BC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4F81BC"/>
                </a:solidFill>
                <a:latin typeface="Arial"/>
                <a:cs typeface="Arial"/>
              </a:rPr>
              <a:t>iais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ct val="95825"/>
              </a:lnSpc>
              <a:spcBef>
                <a:spcPts val="1633"/>
              </a:spcBef>
            </a:pP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Requ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to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400" b="1" spc="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400" b="1" spc="-4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400" b="1" spc="-9" dirty="0">
                <a:solidFill>
                  <a:srgbClr val="4AACC5"/>
                </a:solidFill>
                <a:latin typeface="Arial"/>
                <a:cs typeface="Arial"/>
              </a:rPr>
              <a:t>r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gan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AACC5"/>
                </a:solidFill>
                <a:latin typeface="Arial"/>
                <a:cs typeface="Arial"/>
              </a:rPr>
              <a:t>z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ac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400" b="1" spc="-14" dirty="0">
                <a:solidFill>
                  <a:srgbClr val="4AACC5"/>
                </a:solidFill>
                <a:latin typeface="Arial"/>
                <a:cs typeface="Arial"/>
              </a:rPr>
              <a:t>na</a:t>
            </a:r>
            <a:r>
              <a:rPr sz="2400" b="1" spc="0" dirty="0">
                <a:solidFill>
                  <a:srgbClr val="4AACC5"/>
                </a:solidFill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469900" marR="445321" indent="-228600">
              <a:lnSpc>
                <a:spcPts val="2323"/>
              </a:lnSpc>
              <a:spcBef>
                <a:spcPts val="639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r>
              <a:rPr sz="2000" spc="379" dirty="0"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pro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-3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de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de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n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ol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3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do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 os</a:t>
            </a:r>
            <a:r>
              <a:rPr sz="2000" spc="-2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produ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 </a:t>
            </a:r>
            <a:endParaRPr sz="2000">
              <a:latin typeface="Arial"/>
              <a:cs typeface="Arial"/>
            </a:endParaRPr>
          </a:p>
          <a:p>
            <a:pPr marL="469900" marR="445321">
              <a:lnSpc>
                <a:spcPts val="2299"/>
              </a:lnSpc>
              <a:spcBef>
                <a:spcPts val="339"/>
              </a:spcBef>
            </a:pP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liberáveis</a:t>
            </a:r>
            <a:r>
              <a:rPr sz="2000" spc="-2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de</a:t>
            </a:r>
            <a:r>
              <a:rPr sz="2000" spc="-4" dirty="0">
                <a:solidFill>
                  <a:srgbClr val="4AACC5"/>
                </a:solidFill>
                <a:latin typeface="Arial"/>
                <a:cs typeface="Arial"/>
              </a:rPr>
              <a:t>v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em</a:t>
            </a:r>
            <a:r>
              <a:rPr sz="2000" spc="-2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es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em</a:t>
            </a:r>
            <a:r>
              <a:rPr sz="2000" spc="-29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con</a:t>
            </a:r>
            <a:r>
              <a:rPr sz="2000" spc="-19" dirty="0">
                <a:solidFill>
                  <a:srgbClr val="4AACC5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or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mi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dad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e com</a:t>
            </a:r>
            <a:r>
              <a:rPr sz="2000" spc="-2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 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padrã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o </a:t>
            </a:r>
            <a:endParaRPr sz="2000">
              <a:latin typeface="Arial"/>
              <a:cs typeface="Arial"/>
            </a:endParaRPr>
          </a:p>
          <a:p>
            <a:pPr marL="469900" marR="445321">
              <a:lnSpc>
                <a:spcPts val="2299"/>
              </a:lnSpc>
              <a:spcBef>
                <a:spcPts val="335"/>
              </a:spcBef>
            </a:pP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pre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s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ria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l</a:t>
            </a:r>
            <a:r>
              <a:rPr sz="2000" spc="-14" dirty="0">
                <a:solidFill>
                  <a:srgbClr val="4AACC5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X</a:t>
            </a:r>
            <a:r>
              <a:rPr sz="2000" spc="-9" dirty="0">
                <a:solidFill>
                  <a:srgbClr val="4AACC5"/>
                </a:solidFill>
                <a:latin typeface="Arial"/>
                <a:cs typeface="Arial"/>
              </a:rPr>
              <a:t>Y</a:t>
            </a:r>
            <a:r>
              <a:rPr sz="2000" spc="0" dirty="0">
                <a:solidFill>
                  <a:srgbClr val="4AACC5"/>
                </a:solidFill>
                <a:latin typeface="Arial"/>
                <a:cs typeface="Arial"/>
              </a:rPr>
              <a:t>Z.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ct val="95825"/>
              </a:lnSpc>
              <a:spcBef>
                <a:spcPts val="1630"/>
              </a:spcBef>
            </a:pP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Requ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i</a:t>
            </a:r>
            <a:r>
              <a:rPr sz="2400" b="1" spc="-19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i</a:t>
            </a: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to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s </a:t>
            </a: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Ex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400" b="1" spc="-1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400" b="1" spc="-9" dirty="0">
                <a:solidFill>
                  <a:srgbClr val="9BBA58"/>
                </a:solidFill>
                <a:latin typeface="Arial"/>
                <a:cs typeface="Arial"/>
              </a:rPr>
              <a:t>r</a:t>
            </a:r>
            <a:r>
              <a:rPr sz="2400" b="1" spc="-14" dirty="0">
                <a:solidFill>
                  <a:srgbClr val="9BBA58"/>
                </a:solidFill>
                <a:latin typeface="Arial"/>
                <a:cs typeface="Arial"/>
              </a:rPr>
              <a:t>no</a:t>
            </a:r>
            <a:r>
              <a:rPr sz="2400" b="1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469900" marR="162345" indent="-228600">
              <a:lnSpc>
                <a:spcPct val="110416"/>
              </a:lnSpc>
              <a:spcBef>
                <a:spcPts val="782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r>
              <a:rPr sz="2000" spc="379" dirty="0"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3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operadore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29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do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9BBA58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não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d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vem</a:t>
            </a:r>
            <a:r>
              <a:rPr sz="2000" spc="-4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r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so</a:t>
            </a:r>
            <a:r>
              <a:rPr sz="2000" spc="-5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qual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q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uer dado</a:t>
            </a:r>
            <a:r>
              <a:rPr sz="2000" spc="-39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que</a:t>
            </a:r>
            <a:r>
              <a:rPr sz="2000" spc="-24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9BBA58"/>
                </a:solidFill>
                <a:latin typeface="Arial"/>
                <a:cs typeface="Arial"/>
              </a:rPr>
              <a:t>nã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o</a:t>
            </a:r>
            <a:r>
              <a:rPr sz="2000" spc="-29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ne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si</a:t>
            </a:r>
            <a:r>
              <a:rPr sz="2000" spc="-19" dirty="0">
                <a:solidFill>
                  <a:srgbClr val="9BBA58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9BBA58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9BBA58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9BBA58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5885" y="3364134"/>
            <a:ext cx="1905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4AACC5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5885" y="4964588"/>
            <a:ext cx="19050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9BBA58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2461" y="6358806"/>
            <a:ext cx="272719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latin typeface="Times New Roman"/>
                <a:cs typeface="Times New Roman"/>
              </a:rPr>
              <a:t>14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63673"/>
            <a:ext cx="7682554" cy="8732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5321">
              <a:lnSpc>
                <a:spcPts val="3590"/>
              </a:lnSpc>
              <a:spcBef>
                <a:spcPts val="179"/>
              </a:spcBef>
            </a:pPr>
            <a:r>
              <a:rPr sz="4800" spc="-89" baseline="3693" dirty="0">
                <a:latin typeface="Arial Black"/>
                <a:cs typeface="Arial Black"/>
              </a:rPr>
              <a:t>R</a:t>
            </a:r>
            <a:r>
              <a:rPr sz="4800" spc="-14" baseline="3693" dirty="0">
                <a:latin typeface="Arial Black"/>
                <a:cs typeface="Arial Black"/>
              </a:rPr>
              <a:t>equ</a:t>
            </a:r>
            <a:r>
              <a:rPr sz="4800" spc="-9" baseline="3693" dirty="0">
                <a:latin typeface="Arial Black"/>
                <a:cs typeface="Arial Black"/>
              </a:rPr>
              <a:t>isi</a:t>
            </a:r>
            <a:r>
              <a:rPr sz="4800" spc="0" baseline="3693" dirty="0">
                <a:latin typeface="Arial Black"/>
                <a:cs typeface="Arial Black"/>
              </a:rPr>
              <a:t>t</a:t>
            </a:r>
            <a:r>
              <a:rPr sz="4800" spc="-19" baseline="3693" dirty="0">
                <a:latin typeface="Arial Black"/>
                <a:cs typeface="Arial Black"/>
              </a:rPr>
              <a:t>o</a:t>
            </a:r>
            <a:r>
              <a:rPr sz="4800" spc="0" baseline="3693" dirty="0">
                <a:latin typeface="Arial Black"/>
                <a:cs typeface="Arial Black"/>
              </a:rPr>
              <a:t>s</a:t>
            </a:r>
            <a:r>
              <a:rPr sz="4800" spc="-94" baseline="3693" dirty="0">
                <a:latin typeface="Arial Black"/>
                <a:cs typeface="Arial Black"/>
              </a:rPr>
              <a:t> </a:t>
            </a:r>
            <a:r>
              <a:rPr sz="4800" spc="-14" baseline="3693" dirty="0">
                <a:latin typeface="Arial Black"/>
                <a:cs typeface="Arial Black"/>
              </a:rPr>
              <a:t>Não</a:t>
            </a:r>
            <a:r>
              <a:rPr sz="4800" spc="-9" baseline="3693" dirty="0">
                <a:latin typeface="Arial Black"/>
                <a:cs typeface="Arial Black"/>
              </a:rPr>
              <a:t>-</a:t>
            </a:r>
            <a:r>
              <a:rPr sz="4800" spc="-14" baseline="3693" dirty="0">
                <a:latin typeface="Arial Black"/>
                <a:cs typeface="Arial Black"/>
              </a:rPr>
              <a:t>Func</a:t>
            </a:r>
            <a:r>
              <a:rPr sz="4800" spc="-9" baseline="3693" dirty="0">
                <a:latin typeface="Arial Black"/>
                <a:cs typeface="Arial Black"/>
              </a:rPr>
              <a:t>i</a:t>
            </a:r>
            <a:r>
              <a:rPr sz="4800" spc="-14" baseline="3693" dirty="0">
                <a:latin typeface="Arial Black"/>
                <a:cs typeface="Arial Black"/>
              </a:rPr>
              <a:t>ona</a:t>
            </a:r>
            <a:r>
              <a:rPr sz="4800" spc="-9" baseline="3693" dirty="0">
                <a:latin typeface="Arial Black"/>
                <a:cs typeface="Arial Black"/>
              </a:rPr>
              <a:t>i</a:t>
            </a:r>
            <a:r>
              <a:rPr sz="4800" spc="0" baseline="3693" dirty="0">
                <a:latin typeface="Arial Black"/>
                <a:cs typeface="Arial Black"/>
              </a:rPr>
              <a:t>s</a:t>
            </a:r>
            <a:endParaRPr sz="3200">
              <a:latin typeface="Arial Black"/>
              <a:cs typeface="Arial Black"/>
            </a:endParaRPr>
          </a:p>
          <a:p>
            <a:pPr marL="13843">
              <a:lnSpc>
                <a:spcPts val="3285"/>
              </a:lnSpc>
            </a:pPr>
            <a:r>
              <a:rPr sz="4350" spc="-14" baseline="1630" dirty="0">
                <a:latin typeface="Arial Black"/>
                <a:cs typeface="Arial Black"/>
              </a:rPr>
              <a:t>De</a:t>
            </a:r>
            <a:r>
              <a:rPr sz="4350" spc="-89" baseline="1630" dirty="0">
                <a:latin typeface="Arial Black"/>
                <a:cs typeface="Arial Black"/>
              </a:rPr>
              <a:t>c</a:t>
            </a:r>
            <a:r>
              <a:rPr sz="4350" spc="0" baseline="1630" dirty="0">
                <a:latin typeface="Arial Black"/>
                <a:cs typeface="Arial Black"/>
              </a:rPr>
              <a:t>l</a:t>
            </a:r>
            <a:r>
              <a:rPr sz="4350" spc="-25" baseline="1630" dirty="0">
                <a:latin typeface="Arial Black"/>
                <a:cs typeface="Arial Black"/>
              </a:rPr>
              <a:t>a</a:t>
            </a:r>
            <a:r>
              <a:rPr sz="4350" spc="29" baseline="1630" dirty="0">
                <a:latin typeface="Arial Black"/>
                <a:cs typeface="Arial Black"/>
              </a:rPr>
              <a:t>r</a:t>
            </a:r>
            <a:r>
              <a:rPr sz="4350" spc="-14" baseline="1630" dirty="0">
                <a:latin typeface="Arial Black"/>
                <a:cs typeface="Arial Black"/>
              </a:rPr>
              <a:t>aç</a:t>
            </a:r>
            <a:r>
              <a:rPr sz="4350" spc="0" baseline="1630" dirty="0">
                <a:latin typeface="Arial Black"/>
                <a:cs typeface="Arial Black"/>
              </a:rPr>
              <a:t>ão</a:t>
            </a:r>
            <a:r>
              <a:rPr sz="4350" spc="25" baseline="1630" dirty="0">
                <a:latin typeface="Arial Black"/>
                <a:cs typeface="Arial Black"/>
              </a:rPr>
              <a:t> </a:t>
            </a:r>
            <a:r>
              <a:rPr sz="4350" spc="-4" baseline="1630" dirty="0">
                <a:latin typeface="Arial Black"/>
                <a:cs typeface="Arial Black"/>
              </a:rPr>
              <a:t>d</a:t>
            </a:r>
            <a:r>
              <a:rPr sz="4350" spc="0" baseline="1630" dirty="0">
                <a:latin typeface="Arial Black"/>
                <a:cs typeface="Arial Black"/>
              </a:rPr>
              <a:t>e</a:t>
            </a:r>
            <a:r>
              <a:rPr sz="4350" spc="94" baseline="1630" dirty="0">
                <a:latin typeface="Arial Black"/>
                <a:cs typeface="Arial Black"/>
              </a:rPr>
              <a:t> </a:t>
            </a:r>
            <a:r>
              <a:rPr sz="4350" spc="-84" baseline="1630" dirty="0">
                <a:latin typeface="Arial Black"/>
                <a:cs typeface="Arial Black"/>
              </a:rPr>
              <a:t>R</a:t>
            </a:r>
            <a:r>
              <a:rPr sz="4350" spc="-14" baseline="1630" dirty="0">
                <a:latin typeface="Arial Black"/>
                <a:cs typeface="Arial Black"/>
              </a:rPr>
              <a:t>equ</a:t>
            </a:r>
            <a:r>
              <a:rPr sz="4350" spc="0" baseline="1630" dirty="0">
                <a:latin typeface="Arial Black"/>
                <a:cs typeface="Arial Black"/>
              </a:rPr>
              <a:t>i</a:t>
            </a:r>
            <a:r>
              <a:rPr sz="4350" spc="-14" baseline="1630" dirty="0">
                <a:latin typeface="Arial Black"/>
                <a:cs typeface="Arial Black"/>
              </a:rPr>
              <a:t>s</a:t>
            </a:r>
            <a:r>
              <a:rPr sz="4350" spc="0" baseline="1630" dirty="0">
                <a:latin typeface="Arial Black"/>
                <a:cs typeface="Arial Black"/>
              </a:rPr>
              <a:t>i</a:t>
            </a:r>
            <a:r>
              <a:rPr sz="4350" spc="-25" baseline="1630" dirty="0">
                <a:latin typeface="Arial Black"/>
                <a:cs typeface="Arial Black"/>
              </a:rPr>
              <a:t>t</a:t>
            </a:r>
            <a:r>
              <a:rPr sz="4350" spc="-14" baseline="1630" dirty="0">
                <a:latin typeface="Arial Black"/>
                <a:cs typeface="Arial Black"/>
              </a:rPr>
              <a:t>o</a:t>
            </a:r>
            <a:r>
              <a:rPr sz="4350" spc="0" baseline="1630" dirty="0">
                <a:latin typeface="Arial Black"/>
                <a:cs typeface="Arial Black"/>
              </a:rPr>
              <a:t>s</a:t>
            </a:r>
            <a:r>
              <a:rPr sz="4350" spc="-25" baseline="1630" dirty="0">
                <a:latin typeface="Arial Black"/>
                <a:cs typeface="Arial Black"/>
              </a:rPr>
              <a:t> </a:t>
            </a:r>
            <a:r>
              <a:rPr sz="4350" spc="-169" baseline="1630" dirty="0">
                <a:latin typeface="Arial Black"/>
                <a:cs typeface="Arial Black"/>
              </a:rPr>
              <a:t>V</a:t>
            </a:r>
            <a:r>
              <a:rPr sz="4350" spc="-29" baseline="1630" dirty="0">
                <a:latin typeface="Arial Black"/>
                <a:cs typeface="Arial Black"/>
              </a:rPr>
              <a:t>er</a:t>
            </a:r>
            <a:r>
              <a:rPr sz="4350" spc="-19" baseline="1630" dirty="0">
                <a:latin typeface="Arial Black"/>
                <a:cs typeface="Arial Black"/>
              </a:rPr>
              <a:t>i</a:t>
            </a:r>
            <a:r>
              <a:rPr sz="4350" spc="-25" baseline="1630" dirty="0">
                <a:latin typeface="Arial Black"/>
                <a:cs typeface="Arial Black"/>
              </a:rPr>
              <a:t>f</a:t>
            </a:r>
            <a:r>
              <a:rPr sz="4350" spc="-19" baseline="1630" dirty="0">
                <a:latin typeface="Arial Black"/>
                <a:cs typeface="Arial Black"/>
              </a:rPr>
              <a:t>i</a:t>
            </a:r>
            <a:r>
              <a:rPr sz="4350" spc="-29" baseline="1630" dirty="0">
                <a:latin typeface="Arial Black"/>
                <a:cs typeface="Arial Black"/>
              </a:rPr>
              <a:t>cá</a:t>
            </a:r>
            <a:r>
              <a:rPr sz="4350" spc="-89" baseline="1630" dirty="0">
                <a:latin typeface="Arial Black"/>
                <a:cs typeface="Arial Black"/>
              </a:rPr>
              <a:t>v</a:t>
            </a:r>
            <a:r>
              <a:rPr sz="4350" spc="-29" baseline="1630" dirty="0">
                <a:latin typeface="Arial Black"/>
                <a:cs typeface="Arial Black"/>
              </a:rPr>
              <a:t>e</a:t>
            </a:r>
            <a:r>
              <a:rPr sz="4350" spc="-19" baseline="1630" dirty="0">
                <a:latin typeface="Arial Black"/>
                <a:cs typeface="Arial Black"/>
              </a:rPr>
              <a:t>i</a:t>
            </a:r>
            <a:r>
              <a:rPr sz="4350" spc="0" baseline="1630" dirty="0">
                <a:latin typeface="Arial Black"/>
                <a:cs typeface="Arial Black"/>
              </a:rPr>
              <a:t>s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3138" y="1790380"/>
            <a:ext cx="224213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1738" y="1793532"/>
            <a:ext cx="7084940" cy="7619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9" dirty="0">
                <a:latin typeface="Arial"/>
                <a:cs typeface="Arial"/>
              </a:rPr>
              <a:t>R</a:t>
            </a:r>
            <a:r>
              <a:rPr sz="2400" spc="-14" dirty="0">
                <a:latin typeface="Arial"/>
                <a:cs typeface="Arial"/>
              </a:rPr>
              <a:t>equi</a:t>
            </a:r>
            <a:r>
              <a:rPr sz="2400" spc="0" dirty="0">
                <a:latin typeface="Arial"/>
                <a:cs typeface="Arial"/>
              </a:rPr>
              <a:t>si</a:t>
            </a:r>
            <a:r>
              <a:rPr sz="2400" spc="-14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os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N</a:t>
            </a:r>
            <a:r>
              <a:rPr sz="2400" spc="-14" dirty="0">
                <a:latin typeface="Arial"/>
                <a:cs typeface="Arial"/>
              </a:rPr>
              <a:t>ão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spc="-14" dirty="0">
                <a:latin typeface="Arial"/>
                <a:cs typeface="Arial"/>
              </a:rPr>
              <a:t>Fun</a:t>
            </a:r>
            <a:r>
              <a:rPr sz="2400" spc="0" dirty="0">
                <a:latin typeface="Arial"/>
                <a:cs typeface="Arial"/>
              </a:rPr>
              <a:t>ci</a:t>
            </a:r>
            <a:r>
              <a:rPr sz="2400" spc="-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n</a:t>
            </a:r>
            <a:r>
              <a:rPr sz="2400" spc="-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is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pode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ser</a:t>
            </a:r>
            <a:r>
              <a:rPr sz="2400" spc="-9" dirty="0">
                <a:latin typeface="Arial"/>
                <a:cs typeface="Arial"/>
              </a:rPr>
              <a:t> m</a:t>
            </a:r>
            <a:r>
              <a:rPr sz="2400" spc="-14" dirty="0">
                <a:latin typeface="Arial"/>
                <a:cs typeface="Arial"/>
              </a:rPr>
              <a:t>ui</a:t>
            </a:r>
            <a:r>
              <a:rPr sz="2400" spc="-4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o</a:t>
            </a:r>
            <a:r>
              <a:rPr sz="2400" spc="14" dirty="0">
                <a:latin typeface="Arial"/>
                <a:cs typeface="Arial"/>
              </a:rPr>
              <a:t> </a:t>
            </a:r>
            <a:r>
              <a:rPr sz="2400" spc="-14" dirty="0">
                <a:latin typeface="Arial"/>
                <a:cs typeface="Arial"/>
              </a:rPr>
              <a:t>di</a:t>
            </a:r>
            <a:r>
              <a:rPr sz="2400" spc="-4" dirty="0">
                <a:latin typeface="Arial"/>
                <a:cs typeface="Arial"/>
              </a:rPr>
              <a:t>fí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ei</a:t>
            </a:r>
            <a:r>
              <a:rPr sz="2400" spc="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12700" marR="45765">
              <a:lnSpc>
                <a:spcPct val="95825"/>
              </a:lnSpc>
              <a:spcBef>
                <a:spcPts val="510"/>
              </a:spcBef>
            </a:pPr>
            <a:r>
              <a:rPr sz="2400" spc="0" dirty="0">
                <a:latin typeface="Arial"/>
                <a:cs typeface="Arial"/>
              </a:rPr>
              <a:t>serem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declarados </a:t>
            </a:r>
            <a:r>
              <a:rPr sz="2400" spc="-14" dirty="0">
                <a:latin typeface="Arial"/>
                <a:cs typeface="Arial"/>
              </a:rPr>
              <a:t>p</a:t>
            </a:r>
            <a:r>
              <a:rPr sz="2400" spc="0" dirty="0">
                <a:latin typeface="Arial"/>
                <a:cs typeface="Arial"/>
              </a:rPr>
              <a:t>r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me</a:t>
            </a:r>
            <a:r>
              <a:rPr sz="2400" spc="-9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2402" y="1793532"/>
            <a:ext cx="422194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0338" y="2766244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8938" y="2769393"/>
            <a:ext cx="486585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Requi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si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400" spc="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Não</a:t>
            </a:r>
            <a:r>
              <a:rPr sz="2400" spc="-4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Fu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nci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nal</a:t>
            </a:r>
            <a:r>
              <a:rPr sz="2400" spc="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á</a:t>
            </a:r>
            <a:r>
              <a:rPr sz="2400" spc="-9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400" spc="-1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7538" y="3214173"/>
            <a:ext cx="193535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80"/>
              </a:lnSpc>
              <a:spcBef>
                <a:spcPts val="109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6138" y="3216806"/>
            <a:ext cx="4612380" cy="6462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ec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la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9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6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r>
              <a:rPr sz="2000" spc="-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usa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alguma</a:t>
            </a:r>
            <a:r>
              <a:rPr sz="2000" spc="-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  <a:p>
            <a:pPr marL="12700" marR="38221">
              <a:lnSpc>
                <a:spcPct val="95825"/>
              </a:lnSpc>
              <a:spcBef>
                <a:spcPts val="475"/>
              </a:spcBef>
            </a:pP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obje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amen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ada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7729" y="3216806"/>
            <a:ext cx="1175873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pos</a:t>
            </a:r>
            <a:r>
              <a:rPr sz="2000" spc="9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7538" y="4226322"/>
            <a:ext cx="165506" cy="6426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52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48"/>
              </a:spcBef>
            </a:pPr>
            <a:r>
              <a:rPr sz="2000" spc="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6138" y="4226322"/>
            <a:ext cx="6994450" cy="16578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796023" algn="just">
              <a:lnSpc>
                <a:spcPts val="2150"/>
              </a:lnSpc>
              <a:spcBef>
                <a:spcPts val="107"/>
              </a:spcBef>
            </a:pPr>
            <a:r>
              <a:rPr sz="2000" b="1" spc="-1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xe</a:t>
            </a:r>
            <a:r>
              <a:rPr sz="2000" b="1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000" b="1" spc="-19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b="1" spc="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448"/>
              </a:spcBef>
            </a:pP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ado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res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per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1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ap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z</a:t>
            </a:r>
            <a:r>
              <a:rPr sz="2000" spc="-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us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ar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od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365"/>
              </a:spcBef>
            </a:pP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un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õ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a dep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hora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reina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.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365"/>
              </a:spcBef>
            </a:pP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1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reina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en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2000" spc="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nú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er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dio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rro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por</a:t>
            </a:r>
            <a:endParaRPr sz="2000">
              <a:latin typeface="Arial"/>
              <a:cs typeface="Arial"/>
            </a:endParaRPr>
          </a:p>
          <a:p>
            <a:pPr marL="12700" marR="263233" algn="just">
              <a:lnSpc>
                <a:spcPct val="95825"/>
              </a:lnSpc>
              <a:spcBef>
                <a:spcPts val="370"/>
              </a:spcBef>
            </a:pP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uá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io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perien</a:t>
            </a:r>
            <a:r>
              <a:rPr sz="2000" spc="-19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 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nã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3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deve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exced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-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dois</a:t>
            </a:r>
            <a:r>
              <a:rPr sz="2000" spc="-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00"/>
                </a:solidFill>
                <a:latin typeface="Arial"/>
                <a:cs typeface="Arial"/>
              </a:rPr>
              <a:t>erro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por</a:t>
            </a:r>
            <a:r>
              <a:rPr sz="2000" spc="-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di</a:t>
            </a:r>
            <a:r>
              <a:rPr sz="2000" spc="4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2080" y="6420435"/>
            <a:ext cx="272765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>
                <a:solidFill>
                  <a:srgbClr val="996633"/>
                </a:solidFill>
                <a:latin typeface="Times New Roman"/>
                <a:cs typeface="Times New Roman"/>
              </a:rPr>
              <a:t>15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189" y="1575689"/>
            <a:ext cx="0" cy="1431467"/>
          </a:xfrm>
          <a:custGeom>
            <a:avLst/>
            <a:gdLst/>
            <a:ahLst/>
            <a:cxnLst/>
            <a:rect l="l" t="t" r="r" b="b"/>
            <a:pathLst>
              <a:path h="1431467">
                <a:moveTo>
                  <a:pt x="0" y="0"/>
                </a:moveTo>
                <a:lnTo>
                  <a:pt x="0" y="1431467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37714" y="1960626"/>
            <a:ext cx="2516378" cy="0"/>
          </a:xfrm>
          <a:custGeom>
            <a:avLst/>
            <a:gdLst/>
            <a:ahLst/>
            <a:cxnLst/>
            <a:rect l="l" t="t" r="r" b="b"/>
            <a:pathLst>
              <a:path w="2516378">
                <a:moveTo>
                  <a:pt x="0" y="0"/>
                </a:moveTo>
                <a:lnTo>
                  <a:pt x="2516378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54092" y="1960626"/>
            <a:ext cx="5648452" cy="0"/>
          </a:xfrm>
          <a:custGeom>
            <a:avLst/>
            <a:gdLst/>
            <a:ahLst/>
            <a:cxnLst/>
            <a:rect l="l" t="t" r="r" b="b"/>
            <a:pathLst>
              <a:path w="5648452">
                <a:moveTo>
                  <a:pt x="0" y="0"/>
                </a:moveTo>
                <a:lnTo>
                  <a:pt x="5648452" y="0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8189" y="3061157"/>
            <a:ext cx="0" cy="3796839"/>
          </a:xfrm>
          <a:custGeom>
            <a:avLst/>
            <a:gdLst/>
            <a:ahLst/>
            <a:cxnLst/>
            <a:rect l="l" t="t" r="r" b="b"/>
            <a:pathLst>
              <a:path h="3796839">
                <a:moveTo>
                  <a:pt x="0" y="0"/>
                </a:moveTo>
                <a:lnTo>
                  <a:pt x="0" y="3796839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37714" y="3034157"/>
            <a:ext cx="2516378" cy="0"/>
          </a:xfrm>
          <a:custGeom>
            <a:avLst/>
            <a:gdLst/>
            <a:ahLst/>
            <a:cxnLst/>
            <a:rect l="l" t="t" r="r" b="b"/>
            <a:pathLst>
              <a:path w="2516378">
                <a:moveTo>
                  <a:pt x="0" y="0"/>
                </a:moveTo>
                <a:lnTo>
                  <a:pt x="2516378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54092" y="3034157"/>
            <a:ext cx="5648452" cy="0"/>
          </a:xfrm>
          <a:custGeom>
            <a:avLst/>
            <a:gdLst/>
            <a:ahLst/>
            <a:cxnLst/>
            <a:rect l="l" t="t" r="r" b="b"/>
            <a:pathLst>
              <a:path w="5648452">
                <a:moveTo>
                  <a:pt x="0" y="0"/>
                </a:moveTo>
                <a:lnTo>
                  <a:pt x="5648452" y="0"/>
                </a:lnTo>
              </a:path>
            </a:pathLst>
          </a:custGeom>
          <a:ln w="540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7714" y="3648837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714" y="4263516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7714" y="5720765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7714" y="6788159"/>
            <a:ext cx="2516378" cy="0"/>
          </a:xfrm>
          <a:custGeom>
            <a:avLst/>
            <a:gdLst/>
            <a:ahLst/>
            <a:cxnLst/>
            <a:rect l="l" t="t" r="r" b="b"/>
            <a:pathLst>
              <a:path w="2516378">
                <a:moveTo>
                  <a:pt x="0" y="0"/>
                </a:moveTo>
                <a:lnTo>
                  <a:pt x="2516378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54092" y="6788159"/>
            <a:ext cx="5648452" cy="0"/>
          </a:xfrm>
          <a:custGeom>
            <a:avLst/>
            <a:gdLst/>
            <a:ahLst/>
            <a:cxnLst/>
            <a:rect l="l" t="t" r="r" b="b"/>
            <a:pathLst>
              <a:path w="5648452">
                <a:moveTo>
                  <a:pt x="0" y="0"/>
                </a:moveTo>
                <a:lnTo>
                  <a:pt x="5648452" y="0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51811" y="1575689"/>
            <a:ext cx="0" cy="5282307"/>
          </a:xfrm>
          <a:custGeom>
            <a:avLst/>
            <a:gdLst/>
            <a:ahLst/>
            <a:cxnLst/>
            <a:rect l="l" t="t" r="r" b="b"/>
            <a:pathLst>
              <a:path h="5282307">
                <a:moveTo>
                  <a:pt x="0" y="0"/>
                </a:moveTo>
                <a:lnTo>
                  <a:pt x="0" y="5282307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88448" y="1575689"/>
            <a:ext cx="0" cy="5282307"/>
          </a:xfrm>
          <a:custGeom>
            <a:avLst/>
            <a:gdLst/>
            <a:ahLst/>
            <a:cxnLst/>
            <a:rect l="l" t="t" r="r" b="b"/>
            <a:pathLst>
              <a:path h="5282307">
                <a:moveTo>
                  <a:pt x="0" y="0"/>
                </a:moveTo>
                <a:lnTo>
                  <a:pt x="0" y="5282307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7714" y="1589786"/>
            <a:ext cx="8164830" cy="0"/>
          </a:xfrm>
          <a:custGeom>
            <a:avLst/>
            <a:gdLst/>
            <a:ahLst/>
            <a:cxnLst/>
            <a:rect l="l" t="t" r="r" b="b"/>
            <a:pathLst>
              <a:path w="8164830">
                <a:moveTo>
                  <a:pt x="0" y="0"/>
                </a:moveTo>
                <a:lnTo>
                  <a:pt x="8164830" y="0"/>
                </a:lnTo>
              </a:path>
            </a:pathLst>
          </a:custGeom>
          <a:ln w="28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89491" y="6511290"/>
            <a:ext cx="210311" cy="0"/>
          </a:xfrm>
          <a:custGeom>
            <a:avLst/>
            <a:gdLst/>
            <a:ahLst/>
            <a:cxnLst/>
            <a:rect l="l" t="t" r="r" b="b"/>
            <a:pathLst>
              <a:path w="210311">
                <a:moveTo>
                  <a:pt x="0" y="0"/>
                </a:moveTo>
                <a:lnTo>
                  <a:pt x="210311" y="0"/>
                </a:lnTo>
              </a:path>
            </a:pathLst>
          </a:custGeom>
          <a:ln w="2717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29992" y="515928"/>
            <a:ext cx="7644278" cy="9933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036">
              <a:lnSpc>
                <a:spcPts val="4025"/>
              </a:lnSpc>
              <a:spcBef>
                <a:spcPts val="201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64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Nã</a:t>
            </a:r>
            <a:r>
              <a:rPr sz="5400" spc="-9" baseline="3939" dirty="0">
                <a:latin typeface="Arial Black"/>
                <a:cs typeface="Arial Black"/>
              </a:rPr>
              <a:t>o-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</a:t>
            </a:r>
            <a:r>
              <a:rPr sz="5400" spc="0" baseline="3939" dirty="0">
                <a:latin typeface="Arial Black"/>
                <a:cs typeface="Arial Black"/>
              </a:rPr>
              <a:t>a</a:t>
            </a:r>
            <a:r>
              <a:rPr sz="5400" spc="-14" baseline="3939" dirty="0">
                <a:latin typeface="Arial Black"/>
                <a:cs typeface="Arial Black"/>
              </a:rPr>
              <a:t>i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endParaRPr sz="3600">
              <a:latin typeface="Arial Black"/>
              <a:cs typeface="Arial Black"/>
            </a:endParaRPr>
          </a:p>
          <a:p>
            <a:pPr marL="12700">
              <a:lnSpc>
                <a:spcPts val="3795"/>
              </a:lnSpc>
              <a:tabLst>
                <a:tab pos="2070100" algn="l"/>
                <a:tab pos="3213100" algn="l"/>
              </a:tabLst>
            </a:pPr>
            <a:r>
              <a:rPr sz="3200" spc="-9" dirty="0">
                <a:latin typeface="Arial Black"/>
                <a:cs typeface="Arial Black"/>
              </a:rPr>
              <a:t>M</a:t>
            </a:r>
            <a:r>
              <a:rPr sz="3200" spc="-14" dirty="0">
                <a:latin typeface="Arial Black"/>
                <a:cs typeface="Arial Black"/>
              </a:rPr>
              <a:t>é</a:t>
            </a:r>
            <a:r>
              <a:rPr sz="3200" spc="0" dirty="0">
                <a:latin typeface="Arial Black"/>
                <a:cs typeface="Arial Black"/>
              </a:rPr>
              <a:t>t</a:t>
            </a:r>
            <a:r>
              <a:rPr sz="3200" spc="-9" dirty="0">
                <a:latin typeface="Arial Black"/>
                <a:cs typeface="Arial Black"/>
              </a:rPr>
              <a:t>ri</a:t>
            </a:r>
            <a:r>
              <a:rPr sz="3200" spc="-14" dirty="0">
                <a:latin typeface="Arial Black"/>
                <a:cs typeface="Arial Black"/>
              </a:rPr>
              <a:t>ca</a:t>
            </a:r>
            <a:r>
              <a:rPr sz="3200" spc="0" dirty="0">
                <a:latin typeface="Arial Black"/>
                <a:cs typeface="Arial Black"/>
              </a:rPr>
              <a:t>s	</a:t>
            </a:r>
            <a:r>
              <a:rPr sz="3200" spc="4" dirty="0">
                <a:latin typeface="Arial Black"/>
                <a:cs typeface="Arial Black"/>
              </a:rPr>
              <a:t>pa</a:t>
            </a:r>
            <a:r>
              <a:rPr sz="3200" spc="75" dirty="0">
                <a:latin typeface="Arial Black"/>
                <a:cs typeface="Arial Black"/>
              </a:rPr>
              <a:t>r</a:t>
            </a:r>
            <a:r>
              <a:rPr sz="3200" spc="0" dirty="0">
                <a:latin typeface="Arial Black"/>
                <a:cs typeface="Arial Black"/>
              </a:rPr>
              <a:t>a	</a:t>
            </a:r>
            <a:r>
              <a:rPr sz="3200" spc="-189" dirty="0">
                <a:latin typeface="Arial Black"/>
                <a:cs typeface="Arial Black"/>
              </a:rPr>
              <a:t>V</a:t>
            </a:r>
            <a:r>
              <a:rPr sz="3200" spc="-25" dirty="0">
                <a:latin typeface="Arial Black"/>
                <a:cs typeface="Arial Black"/>
              </a:rPr>
              <a:t>e</a:t>
            </a:r>
            <a:r>
              <a:rPr sz="3200" spc="-19" dirty="0">
                <a:latin typeface="Arial Black"/>
                <a:cs typeface="Arial Black"/>
              </a:rPr>
              <a:t>ri</a:t>
            </a:r>
            <a:r>
              <a:rPr sz="3200" spc="-25" dirty="0">
                <a:latin typeface="Arial Black"/>
                <a:cs typeface="Arial Black"/>
              </a:rPr>
              <a:t>f</a:t>
            </a:r>
            <a:r>
              <a:rPr sz="3200" spc="-19" dirty="0">
                <a:latin typeface="Arial Black"/>
                <a:cs typeface="Arial Black"/>
              </a:rPr>
              <a:t>i</a:t>
            </a:r>
            <a:r>
              <a:rPr sz="3200" spc="-25" dirty="0">
                <a:latin typeface="Arial Black"/>
                <a:cs typeface="Arial Black"/>
              </a:rPr>
              <a:t>ca</a:t>
            </a:r>
            <a:r>
              <a:rPr sz="3200" spc="0" dirty="0">
                <a:latin typeface="Arial Black"/>
                <a:cs typeface="Arial Black"/>
              </a:rPr>
              <a:t>r</a:t>
            </a:r>
            <a:r>
              <a:rPr sz="3200" spc="-24" dirty="0">
                <a:latin typeface="Arial Black"/>
                <a:cs typeface="Arial Black"/>
              </a:rPr>
              <a:t> </a:t>
            </a:r>
            <a:r>
              <a:rPr sz="3200" spc="-89" dirty="0">
                <a:latin typeface="Arial Black"/>
                <a:cs typeface="Arial Black"/>
              </a:rPr>
              <a:t>R</a:t>
            </a:r>
            <a:r>
              <a:rPr sz="3200" spc="-14" dirty="0">
                <a:latin typeface="Arial Black"/>
                <a:cs typeface="Arial Black"/>
              </a:rPr>
              <a:t>equ</a:t>
            </a:r>
            <a:r>
              <a:rPr sz="3200" spc="-9" dirty="0">
                <a:latin typeface="Arial Black"/>
                <a:cs typeface="Arial Black"/>
              </a:rPr>
              <a:t>isi</a:t>
            </a:r>
            <a:r>
              <a:rPr sz="3200" spc="0" dirty="0">
                <a:latin typeface="Arial Black"/>
                <a:cs typeface="Arial Black"/>
              </a:rPr>
              <a:t>t</a:t>
            </a:r>
            <a:r>
              <a:rPr sz="3200" spc="-19" dirty="0">
                <a:latin typeface="Arial Black"/>
                <a:cs typeface="Arial Black"/>
              </a:rPr>
              <a:t>o</a:t>
            </a:r>
            <a:r>
              <a:rPr sz="3200" spc="0" dirty="0">
                <a:latin typeface="Arial Black"/>
                <a:cs typeface="Arial Black"/>
              </a:rPr>
              <a:t>s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1811" y="1589786"/>
            <a:ext cx="2529078" cy="370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225"/>
              </a:spcBef>
            </a:pPr>
            <a:r>
              <a:rPr sz="2000" b="1" spc="-4" dirty="0">
                <a:latin typeface="Arial"/>
                <a:cs typeface="Arial"/>
              </a:rPr>
              <a:t>R</a:t>
            </a:r>
            <a:r>
              <a:rPr sz="2000" b="1" spc="-9" dirty="0">
                <a:latin typeface="Arial"/>
                <a:cs typeface="Arial"/>
              </a:rPr>
              <a:t>equ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s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t</a:t>
            </a:r>
            <a:r>
              <a:rPr sz="2000" b="1" spc="0" dirty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8190" y="1589786"/>
            <a:ext cx="5632958" cy="370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225"/>
              </a:spcBef>
            </a:pPr>
            <a:r>
              <a:rPr sz="2000" b="1" spc="-14" dirty="0">
                <a:latin typeface="Arial"/>
                <a:cs typeface="Arial"/>
              </a:rPr>
              <a:t>M</a:t>
            </a:r>
            <a:r>
              <a:rPr sz="2000" b="1" spc="-9" dirty="0">
                <a:latin typeface="Arial"/>
                <a:cs typeface="Arial"/>
              </a:rPr>
              <a:t>étr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c</a:t>
            </a:r>
            <a:r>
              <a:rPr sz="2000" b="1" spc="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51811" y="1960626"/>
            <a:ext cx="2529078" cy="1073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35"/>
              </a:spcBef>
            </a:pPr>
            <a:r>
              <a:rPr sz="2000" spc="-125" dirty="0">
                <a:latin typeface="Arial"/>
                <a:cs typeface="Arial"/>
              </a:rPr>
              <a:t>V</a:t>
            </a:r>
            <a:r>
              <a:rPr sz="2000" spc="-9" dirty="0">
                <a:latin typeface="Arial"/>
                <a:cs typeface="Arial"/>
              </a:rPr>
              <a:t>elo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-9" dirty="0">
                <a:latin typeface="Arial"/>
                <a:cs typeface="Arial"/>
              </a:rPr>
              <a:t>dad</a:t>
            </a:r>
            <a:r>
              <a:rPr sz="2000" spc="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8190" y="1960626"/>
            <a:ext cx="5632958" cy="1073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20"/>
              </a:spcBef>
            </a:pPr>
            <a:r>
              <a:rPr sz="1600" spc="-75" dirty="0">
                <a:latin typeface="Arial"/>
                <a:cs typeface="Arial"/>
              </a:rPr>
              <a:t>T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an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-4" dirty="0">
                <a:latin typeface="Arial"/>
                <a:cs typeface="Arial"/>
              </a:rPr>
              <a:t>ç</a:t>
            </a:r>
            <a:r>
              <a:rPr sz="1600" spc="-9" dirty="0">
                <a:latin typeface="Arial"/>
                <a:cs typeface="Arial"/>
              </a:rPr>
              <a:t>õe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9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p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o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ss</a:t>
            </a:r>
            <a:r>
              <a:rPr sz="1600" spc="-9" dirty="0">
                <a:latin typeface="Arial"/>
                <a:cs typeface="Arial"/>
              </a:rPr>
              <a:t>ada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/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0" dirty="0">
                <a:latin typeface="Arial"/>
                <a:cs typeface="Arial"/>
              </a:rPr>
              <a:t>g</a:t>
            </a:r>
            <a:r>
              <a:rPr sz="1600" spc="-9" dirty="0">
                <a:latin typeface="Arial"/>
                <a:cs typeface="Arial"/>
              </a:rPr>
              <a:t>un</a:t>
            </a:r>
            <a:r>
              <a:rPr sz="1600" spc="0" dirty="0">
                <a:latin typeface="Arial"/>
                <a:cs typeface="Arial"/>
              </a:rPr>
              <a:t>do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150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9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po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u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uá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o/e</a:t>
            </a:r>
            <a:r>
              <a:rPr sz="1600" spc="-4" dirty="0">
                <a:latin typeface="Arial"/>
                <a:cs typeface="Arial"/>
              </a:rPr>
              <a:t>v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0" dirty="0">
                <a:latin typeface="Arial"/>
                <a:cs typeface="Arial"/>
              </a:rPr>
              <a:t>n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54" dirty="0">
                <a:latin typeface="Arial"/>
                <a:cs typeface="Arial"/>
              </a:rPr>
              <a:t> </a:t>
            </a: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9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ef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0" dirty="0">
                <a:latin typeface="Arial"/>
                <a:cs typeface="Arial"/>
              </a:rPr>
              <a:t>h </a:t>
            </a:r>
            <a:r>
              <a:rPr sz="1600" spc="-9" dirty="0">
                <a:latin typeface="Arial"/>
                <a:cs typeface="Arial"/>
              </a:rPr>
              <a:t>da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20"/>
              </a:spcBef>
            </a:pPr>
            <a:r>
              <a:rPr sz="1600" spc="-14" dirty="0">
                <a:latin typeface="Arial"/>
                <a:cs typeface="Arial"/>
              </a:rPr>
              <a:t>te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0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1811" y="3034157"/>
            <a:ext cx="252907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229"/>
              </a:spcBef>
            </a:pPr>
            <a:r>
              <a:rPr sz="2000" spc="-254" dirty="0">
                <a:latin typeface="Arial"/>
                <a:cs typeface="Arial"/>
              </a:rPr>
              <a:t>T</a:t>
            </a:r>
            <a:r>
              <a:rPr sz="2000" spc="-34" dirty="0">
                <a:latin typeface="Arial"/>
                <a:cs typeface="Arial"/>
              </a:rPr>
              <a:t>a</a:t>
            </a:r>
            <a:r>
              <a:rPr sz="2000" spc="-39" dirty="0">
                <a:latin typeface="Arial"/>
                <a:cs typeface="Arial"/>
              </a:rPr>
              <a:t>m</a:t>
            </a:r>
            <a:r>
              <a:rPr sz="2000" spc="-34" dirty="0">
                <a:latin typeface="Arial"/>
                <a:cs typeface="Arial"/>
              </a:rPr>
              <a:t>anh</a:t>
            </a:r>
            <a:r>
              <a:rPr sz="2000" spc="0" dirty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68190" y="3034157"/>
            <a:ext cx="563295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00"/>
              </a:spcBef>
            </a:pPr>
            <a:r>
              <a:rPr sz="1600" spc="-9" dirty="0">
                <a:latin typeface="Arial"/>
                <a:cs typeface="Arial"/>
              </a:rPr>
              <a:t>B</a:t>
            </a:r>
            <a:r>
              <a:rPr sz="1600" spc="-29" dirty="0">
                <a:latin typeface="Arial"/>
                <a:cs typeface="Arial"/>
              </a:rPr>
              <a:t>y</a:t>
            </a:r>
            <a:r>
              <a:rPr sz="1600" spc="-9" dirty="0">
                <a:latin typeface="Arial"/>
                <a:cs typeface="Arial"/>
              </a:rPr>
              <a:t>te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80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amanh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6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pe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íf</a:t>
            </a:r>
            <a:r>
              <a:rPr sz="1600" spc="-4" dirty="0">
                <a:latin typeface="Arial"/>
                <a:cs typeface="Arial"/>
              </a:rPr>
              <a:t>ic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6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memó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51811" y="3648836"/>
            <a:ext cx="252907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40"/>
              </a:spcBef>
            </a:pPr>
            <a:r>
              <a:rPr sz="2000" spc="0" dirty="0">
                <a:latin typeface="Arial"/>
                <a:cs typeface="Arial"/>
              </a:rPr>
              <a:t>Fa</a:t>
            </a:r>
            <a:r>
              <a:rPr sz="2000" spc="4" dirty="0">
                <a:latin typeface="Arial"/>
                <a:cs typeface="Arial"/>
              </a:rPr>
              <a:t>c</a:t>
            </a:r>
            <a:r>
              <a:rPr sz="2000" spc="0" dirty="0">
                <a:latin typeface="Arial"/>
                <a:cs typeface="Arial"/>
              </a:rPr>
              <a:t>ilidade</a:t>
            </a:r>
            <a:r>
              <a:rPr sz="2000" spc="-5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4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u</a:t>
            </a:r>
            <a:r>
              <a:rPr sz="2000" spc="4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68190" y="3648836"/>
            <a:ext cx="5632958" cy="614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00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0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name</a:t>
            </a:r>
            <a:r>
              <a:rPr sz="1600" spc="0" dirty="0">
                <a:latin typeface="Arial"/>
                <a:cs typeface="Arial"/>
              </a:rPr>
              <a:t>n</a:t>
            </a:r>
            <a:r>
              <a:rPr sz="1600" spc="-9" dirty="0">
                <a:latin typeface="Arial"/>
                <a:cs typeface="Arial"/>
              </a:rPr>
              <a:t>t</a:t>
            </a:r>
            <a:r>
              <a:rPr sz="1600" spc="0" dirty="0">
                <a:latin typeface="Arial"/>
                <a:cs typeface="Arial"/>
              </a:rPr>
              <a:t>o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80"/>
              </a:spcBef>
            </a:pPr>
            <a:r>
              <a:rPr sz="1600" spc="-14" dirty="0">
                <a:latin typeface="Arial"/>
                <a:cs typeface="Arial"/>
              </a:rPr>
              <a:t>N</a:t>
            </a:r>
            <a:r>
              <a:rPr sz="1600" spc="-9" dirty="0">
                <a:latin typeface="Arial"/>
                <a:cs typeface="Arial"/>
              </a:rPr>
              <a:t>úme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31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te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he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0" dirty="0">
                <a:latin typeface="Arial"/>
                <a:cs typeface="Arial"/>
              </a:rPr>
              <a:t>p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1811" y="4263516"/>
            <a:ext cx="2529078" cy="14572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40"/>
              </a:spcBef>
            </a:pPr>
            <a:r>
              <a:rPr sz="2000" spc="-4" dirty="0">
                <a:latin typeface="Arial"/>
                <a:cs typeface="Arial"/>
              </a:rPr>
              <a:t>C</a:t>
            </a:r>
            <a:r>
              <a:rPr sz="2000" spc="-9" dirty="0">
                <a:latin typeface="Arial"/>
                <a:cs typeface="Arial"/>
              </a:rPr>
              <a:t>on</a:t>
            </a:r>
            <a:r>
              <a:rPr sz="2000" spc="-19" dirty="0">
                <a:latin typeface="Arial"/>
                <a:cs typeface="Arial"/>
              </a:rPr>
              <a:t>f</a:t>
            </a:r>
            <a:r>
              <a:rPr sz="2000" spc="-9" dirty="0">
                <a:latin typeface="Arial"/>
                <a:cs typeface="Arial"/>
              </a:rPr>
              <a:t>iabilidad</a:t>
            </a:r>
            <a:r>
              <a:rPr sz="2000" spc="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68190" y="4263516"/>
            <a:ext cx="5632958" cy="14572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95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3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méd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4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D</a:t>
            </a:r>
            <a:r>
              <a:rPr sz="1600" spc="-4" dirty="0">
                <a:latin typeface="Arial"/>
                <a:cs typeface="Arial"/>
              </a:rPr>
              <a:t>is</a:t>
            </a:r>
            <a:r>
              <a:rPr sz="1600" spc="-9" dirty="0">
                <a:latin typeface="Arial"/>
                <a:cs typeface="Arial"/>
              </a:rPr>
              <a:t>pon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b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19" dirty="0">
                <a:latin typeface="Arial"/>
                <a:cs typeface="Arial"/>
              </a:rPr>
              <a:t>li</a:t>
            </a:r>
            <a:r>
              <a:rPr sz="1600" spc="-9" dirty="0">
                <a:latin typeface="Arial"/>
                <a:cs typeface="Arial"/>
              </a:rPr>
              <a:t>dad</a:t>
            </a:r>
            <a:r>
              <a:rPr sz="1600" spc="0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548"/>
              </a:spcBef>
            </a:pPr>
            <a:r>
              <a:rPr sz="1600" spc="-234" dirty="0">
                <a:latin typeface="Arial"/>
                <a:cs typeface="Arial"/>
              </a:rPr>
              <a:t>T</a:t>
            </a:r>
            <a:r>
              <a:rPr sz="1600" spc="-50" dirty="0">
                <a:latin typeface="Arial"/>
                <a:cs typeface="Arial"/>
              </a:rPr>
              <a:t>a</a:t>
            </a:r>
            <a:r>
              <a:rPr sz="1600" spc="-54" dirty="0">
                <a:latin typeface="Arial"/>
                <a:cs typeface="Arial"/>
              </a:rPr>
              <a:t>x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o</a:t>
            </a:r>
            <a:r>
              <a:rPr sz="1600" spc="-9" dirty="0">
                <a:latin typeface="Arial"/>
                <a:cs typeface="Arial"/>
              </a:rPr>
              <a:t>c</a:t>
            </a:r>
            <a:r>
              <a:rPr sz="1600" spc="-14" dirty="0">
                <a:latin typeface="Arial"/>
                <a:cs typeface="Arial"/>
              </a:rPr>
              <a:t>orrên</a:t>
            </a:r>
            <a:r>
              <a:rPr sz="1600" spc="-9" dirty="0">
                <a:latin typeface="Arial"/>
                <a:cs typeface="Arial"/>
              </a:rPr>
              <a:t>c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a</a:t>
            </a:r>
            <a:r>
              <a:rPr sz="1600" spc="-39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14" dirty="0">
                <a:latin typeface="Arial"/>
                <a:cs typeface="Arial"/>
              </a:rPr>
              <a:t>ha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51811" y="5720765"/>
            <a:ext cx="2529078" cy="10673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867">
              <a:lnSpc>
                <a:spcPct val="95825"/>
              </a:lnSpc>
              <a:spcBef>
                <a:spcPts val="340"/>
              </a:spcBef>
            </a:pPr>
            <a:r>
              <a:rPr sz="2000" spc="-9" dirty="0">
                <a:latin typeface="Arial"/>
                <a:cs typeface="Arial"/>
              </a:rPr>
              <a:t>Robus</a:t>
            </a:r>
            <a:r>
              <a:rPr sz="2000" spc="-19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z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68190" y="5720765"/>
            <a:ext cx="5632958" cy="10673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48">
              <a:lnSpc>
                <a:spcPct val="95825"/>
              </a:lnSpc>
              <a:spcBef>
                <a:spcPts val="405"/>
              </a:spcBef>
            </a:pPr>
            <a:r>
              <a:rPr sz="1600" spc="-219" dirty="0">
                <a:latin typeface="Arial"/>
                <a:cs typeface="Arial"/>
              </a:rPr>
              <a:t>T</a:t>
            </a:r>
            <a:r>
              <a:rPr sz="1600" spc="-34" dirty="0">
                <a:latin typeface="Arial"/>
                <a:cs typeface="Arial"/>
              </a:rPr>
              <a:t>emp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10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ní</a:t>
            </a:r>
            <a:r>
              <a:rPr sz="1600" spc="-4" dirty="0">
                <a:latin typeface="Arial"/>
                <a:cs typeface="Arial"/>
              </a:rPr>
              <a:t>ci</a:t>
            </a:r>
            <a:r>
              <a:rPr sz="1600" spc="0" dirty="0">
                <a:latin typeface="Arial"/>
                <a:cs typeface="Arial"/>
              </a:rPr>
              <a:t>o</a:t>
            </a:r>
            <a:r>
              <a:rPr sz="1600" spc="-41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depo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</a:t>
            </a:r>
            <a:r>
              <a:rPr sz="1600" spc="0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155"/>
              </a:spcBef>
            </a:pPr>
            <a:r>
              <a:rPr sz="1600" spc="-9" dirty="0">
                <a:latin typeface="Arial"/>
                <a:cs typeface="Arial"/>
              </a:rPr>
              <a:t>Po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entage</a:t>
            </a:r>
            <a:r>
              <a:rPr sz="1600" spc="0" dirty="0">
                <a:latin typeface="Arial"/>
                <a:cs typeface="Arial"/>
              </a:rPr>
              <a:t>m</a:t>
            </a:r>
            <a:r>
              <a:rPr sz="1600" spc="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v</a:t>
            </a:r>
            <a:r>
              <a:rPr sz="1600" spc="-9" dirty="0">
                <a:latin typeface="Arial"/>
                <a:cs typeface="Arial"/>
              </a:rPr>
              <a:t>ento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1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qu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8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au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m</a:t>
            </a:r>
            <a:r>
              <a:rPr sz="1600" spc="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ha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206248">
              <a:lnSpc>
                <a:spcPct val="95825"/>
              </a:lnSpc>
              <a:spcBef>
                <a:spcPts val="330"/>
              </a:spcBef>
            </a:pPr>
            <a:r>
              <a:rPr sz="1600" spc="-9" dirty="0">
                <a:latin typeface="Arial"/>
                <a:cs typeface="Arial"/>
              </a:rPr>
              <a:t>P</a:t>
            </a:r>
            <a:r>
              <a:rPr sz="1600" spc="-14" dirty="0">
                <a:latin typeface="Arial"/>
                <a:cs typeface="Arial"/>
              </a:rPr>
              <a:t>r</a:t>
            </a:r>
            <a:r>
              <a:rPr sz="1600" spc="-9" dirty="0">
                <a:latin typeface="Arial"/>
                <a:cs typeface="Arial"/>
              </a:rPr>
              <a:t>obab</a:t>
            </a:r>
            <a:r>
              <a:rPr sz="1600" spc="-4" dirty="0">
                <a:latin typeface="Arial"/>
                <a:cs typeface="Arial"/>
              </a:rPr>
              <a:t>ili</a:t>
            </a:r>
            <a:r>
              <a:rPr sz="1600" spc="-9" dirty="0">
                <a:latin typeface="Arial"/>
                <a:cs typeface="Arial"/>
              </a:rPr>
              <a:t>dad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3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7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qu</a:t>
            </a:r>
            <a:r>
              <a:rPr sz="1600" spc="0" dirty="0">
                <a:latin typeface="Arial"/>
                <a:cs typeface="Arial"/>
              </a:rPr>
              <a:t>e</a:t>
            </a:r>
            <a:r>
              <a:rPr sz="1600" spc="-16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dado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28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s</a:t>
            </a:r>
            <a:r>
              <a:rPr sz="1600" spc="-9" dirty="0">
                <a:latin typeface="Arial"/>
                <a:cs typeface="Arial"/>
              </a:rPr>
              <a:t>e</a:t>
            </a:r>
            <a:r>
              <a:rPr sz="1600" spc="-4" dirty="0">
                <a:latin typeface="Arial"/>
                <a:cs typeface="Arial"/>
              </a:rPr>
              <a:t>j</a:t>
            </a:r>
            <a:r>
              <a:rPr sz="1600" spc="-9" dirty="0">
                <a:latin typeface="Arial"/>
                <a:cs typeface="Arial"/>
              </a:rPr>
              <a:t>a</a:t>
            </a:r>
            <a:r>
              <a:rPr sz="1600" spc="0" dirty="0">
                <a:latin typeface="Arial"/>
                <a:cs typeface="Arial"/>
              </a:rPr>
              <a:t>m</a:t>
            </a:r>
            <a:r>
              <a:rPr sz="1600" spc="-12" dirty="0">
                <a:latin typeface="Arial"/>
                <a:cs typeface="Arial"/>
              </a:rPr>
              <a:t> </a:t>
            </a:r>
            <a:r>
              <a:rPr sz="1600" spc="-4" dirty="0">
                <a:latin typeface="Arial"/>
                <a:cs typeface="Arial"/>
              </a:rPr>
              <a:t>c</a:t>
            </a:r>
            <a:r>
              <a:rPr sz="1600" spc="-9" dirty="0">
                <a:latin typeface="Arial"/>
                <a:cs typeface="Arial"/>
              </a:rPr>
              <a:t>o</a:t>
            </a:r>
            <a:r>
              <a:rPr sz="1600" spc="-14" dirty="0">
                <a:latin typeface="Arial"/>
                <a:cs typeface="Arial"/>
              </a:rPr>
              <a:t>rr</a:t>
            </a:r>
            <a:r>
              <a:rPr sz="1600" spc="-9" dirty="0">
                <a:latin typeface="Arial"/>
                <a:cs typeface="Arial"/>
              </a:rPr>
              <a:t>omp</a:t>
            </a:r>
            <a:r>
              <a:rPr sz="1600" spc="-4" dirty="0">
                <a:latin typeface="Arial"/>
                <a:cs typeface="Arial"/>
              </a:rPr>
              <a:t>i</a:t>
            </a:r>
            <a:r>
              <a:rPr sz="1600" spc="-9" dirty="0">
                <a:latin typeface="Arial"/>
                <a:cs typeface="Arial"/>
              </a:rPr>
              <a:t>do</a:t>
            </a:r>
            <a:r>
              <a:rPr sz="1600" spc="0" dirty="0">
                <a:latin typeface="Arial"/>
                <a:cs typeface="Arial"/>
              </a:rPr>
              <a:t>s</a:t>
            </a:r>
            <a:r>
              <a:rPr sz="1600" spc="-2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po</a:t>
            </a:r>
            <a:r>
              <a:rPr sz="1600" spc="0" dirty="0">
                <a:latin typeface="Arial"/>
                <a:cs typeface="Arial"/>
              </a:rPr>
              <a:t>r</a:t>
            </a:r>
            <a:r>
              <a:rPr sz="1600" spc="-3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</a:t>
            </a:r>
            <a:r>
              <a:rPr sz="1600" spc="-4" dirty="0">
                <a:latin typeface="Arial"/>
                <a:cs typeface="Arial"/>
              </a:rPr>
              <a:t>l</a:t>
            </a:r>
            <a:r>
              <a:rPr sz="1600" spc="-9" dirty="0">
                <a:latin typeface="Arial"/>
                <a:cs typeface="Arial"/>
              </a:rPr>
              <a:t>ha</a:t>
            </a:r>
            <a:r>
              <a:rPr sz="1600" spc="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1426590">
              <a:lnSpc>
                <a:spcPts val="1714"/>
              </a:lnSpc>
              <a:spcBef>
                <a:spcPts val="365"/>
              </a:spcBef>
            </a:pPr>
            <a:r>
              <a:rPr sz="2400" spc="4" baseline="-3623" dirty="0">
                <a:solidFill>
                  <a:srgbClr val="996633"/>
                </a:solidFill>
                <a:latin typeface="Times New Roman"/>
                <a:cs typeface="Times New Roman"/>
              </a:rPr>
              <a:t>16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51811" y="6788160"/>
            <a:ext cx="2516378" cy="6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00"/>
              </a:lnSpc>
              <a:spcBef>
                <a:spcPts val="49"/>
              </a:spcBef>
            </a:pPr>
            <a:endParaRPr sz="500"/>
          </a:p>
        </p:txBody>
      </p:sp>
      <p:sp>
        <p:nvSpPr>
          <p:cNvPr id="31" name="object 31"/>
          <p:cNvSpPr txBox="1"/>
          <p:nvPr/>
        </p:nvSpPr>
        <p:spPr>
          <a:xfrm>
            <a:off x="4568190" y="6788160"/>
            <a:ext cx="5620258" cy="69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500"/>
              </a:lnSpc>
              <a:spcBef>
                <a:spcPts val="49"/>
              </a:spcBef>
            </a:pPr>
            <a:endParaRPr sz="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31168"/>
            <a:ext cx="6708395" cy="935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25"/>
              </a:lnSpc>
              <a:spcBef>
                <a:spcPts val="201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79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Não</a:t>
            </a:r>
            <a:r>
              <a:rPr sz="5400" spc="-9" baseline="3939" dirty="0">
                <a:latin typeface="Arial Black"/>
                <a:cs typeface="Arial Black"/>
              </a:rPr>
              <a:t>-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ona</a:t>
            </a:r>
            <a:r>
              <a:rPr sz="5400" spc="0" baseline="3939" dirty="0">
                <a:latin typeface="Arial Black"/>
                <a:cs typeface="Arial Black"/>
              </a:rPr>
              <a:t>is</a:t>
            </a:r>
            <a:endParaRPr sz="3600">
              <a:latin typeface="Arial Black"/>
              <a:cs typeface="Arial Black"/>
            </a:endParaRPr>
          </a:p>
          <a:p>
            <a:pPr marL="13335" marR="68625">
              <a:lnSpc>
                <a:spcPts val="3340"/>
              </a:lnSpc>
            </a:pPr>
            <a:r>
              <a:rPr sz="4800" spc="0" baseline="2216" dirty="0">
                <a:latin typeface="Arial Black"/>
                <a:cs typeface="Arial Black"/>
              </a:rPr>
              <a:t>Metas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5885" y="1885629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485" y="1889297"/>
            <a:ext cx="7092525" cy="14780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>
                <a:latin typeface="Arial"/>
                <a:cs typeface="Arial"/>
              </a:rPr>
              <a:t>Req</a:t>
            </a:r>
            <a:r>
              <a:rPr sz="2800" spc="9" dirty="0">
                <a:latin typeface="Arial"/>
                <a:cs typeface="Arial"/>
              </a:rPr>
              <a:t>u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it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Nã</a:t>
            </a:r>
            <a:r>
              <a:rPr sz="2800" spc="14" dirty="0">
                <a:latin typeface="Arial"/>
                <a:cs typeface="Arial"/>
              </a:rPr>
              <a:t>o</a:t>
            </a:r>
            <a:r>
              <a:rPr sz="2800" spc="4" dirty="0">
                <a:latin typeface="Arial"/>
                <a:cs typeface="Arial"/>
              </a:rPr>
              <a:t>-</a:t>
            </a:r>
            <a:r>
              <a:rPr sz="2800" spc="0" dirty="0">
                <a:latin typeface="Arial"/>
                <a:cs typeface="Arial"/>
              </a:rPr>
              <a:t>Fun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i</a:t>
            </a:r>
            <a:r>
              <a:rPr sz="2800" spc="4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n</a:t>
            </a:r>
            <a:r>
              <a:rPr sz="2800" spc="9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is</a:t>
            </a:r>
            <a:r>
              <a:rPr sz="2800" spc="-18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-38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muito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326"/>
              </a:spcBef>
            </a:pPr>
            <a:r>
              <a:rPr sz="2800" spc="0" dirty="0">
                <a:latin typeface="Arial"/>
                <a:cs typeface="Arial"/>
              </a:rPr>
              <a:t>di</a:t>
            </a:r>
            <a:r>
              <a:rPr sz="2800" spc="4" dirty="0">
                <a:latin typeface="Arial"/>
                <a:cs typeface="Arial"/>
              </a:rPr>
              <a:t>f</a:t>
            </a:r>
            <a:r>
              <a:rPr sz="2800" spc="0" dirty="0">
                <a:latin typeface="Arial"/>
                <a:cs typeface="Arial"/>
              </a:rPr>
              <a:t>íc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is</a:t>
            </a:r>
            <a:r>
              <a:rPr sz="2800" spc="-10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21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4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rem</a:t>
            </a:r>
            <a:r>
              <a:rPr sz="2800" spc="-77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9" dirty="0">
                <a:latin typeface="Arial"/>
                <a:cs typeface="Arial"/>
              </a:rPr>
              <a:t>c</a:t>
            </a:r>
            <a:r>
              <a:rPr sz="2800" spc="0" dirty="0">
                <a:latin typeface="Arial"/>
                <a:cs typeface="Arial"/>
              </a:rPr>
              <a:t>la</a:t>
            </a:r>
            <a:r>
              <a:rPr sz="2800" spc="9" dirty="0">
                <a:latin typeface="Arial"/>
                <a:cs typeface="Arial"/>
              </a:rPr>
              <a:t>r</a:t>
            </a:r>
            <a:r>
              <a:rPr sz="2800" spc="0" dirty="0">
                <a:latin typeface="Arial"/>
                <a:cs typeface="Arial"/>
              </a:rPr>
              <a:t>ad</a:t>
            </a:r>
            <a:r>
              <a:rPr sz="2800" spc="9" dirty="0">
                <a:latin typeface="Arial"/>
                <a:cs typeface="Arial"/>
              </a:rPr>
              <a:t>o</a:t>
            </a:r>
            <a:r>
              <a:rPr sz="2800" spc="0" dirty="0">
                <a:latin typeface="Arial"/>
                <a:cs typeface="Arial"/>
              </a:rPr>
              <a:t>s</a:t>
            </a:r>
            <a:r>
              <a:rPr sz="2800" spc="-136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pr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ci</a:t>
            </a:r>
            <a:r>
              <a:rPr sz="2800" spc="9" dirty="0">
                <a:latin typeface="Arial"/>
                <a:cs typeface="Arial"/>
              </a:rPr>
              <a:t>s</a:t>
            </a:r>
            <a:r>
              <a:rPr sz="2800" spc="0" dirty="0">
                <a:latin typeface="Arial"/>
                <a:cs typeface="Arial"/>
              </a:rPr>
              <a:t>ame</a:t>
            </a:r>
            <a:r>
              <a:rPr sz="2800" spc="4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te.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  <a:spcBef>
                <a:spcPts val="1726"/>
              </a:spcBef>
            </a:pPr>
            <a:r>
              <a:rPr sz="2800" spc="0" dirty="0">
                <a:latin typeface="Arial"/>
                <a:cs typeface="Arial"/>
              </a:rPr>
              <a:t>Pod</a:t>
            </a:r>
            <a:r>
              <a:rPr sz="2800" spc="9" dirty="0">
                <a:latin typeface="Arial"/>
                <a:cs typeface="Arial"/>
              </a:rPr>
              <a:t>e</a:t>
            </a:r>
            <a:r>
              <a:rPr sz="2800" spc="0" dirty="0">
                <a:latin typeface="Arial"/>
                <a:cs typeface="Arial"/>
              </a:rPr>
              <a:t>m</a:t>
            </a:r>
            <a:r>
              <a:rPr sz="2800" spc="-88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se</a:t>
            </a:r>
            <a:r>
              <a:rPr sz="2800" spc="0" dirty="0">
                <a:latin typeface="Arial"/>
                <a:cs typeface="Arial"/>
              </a:rPr>
              <a:t>r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ut</a:t>
            </a:r>
            <a:r>
              <a:rPr sz="2800" spc="9" dirty="0">
                <a:latin typeface="Arial"/>
                <a:cs typeface="Arial"/>
              </a:rPr>
              <a:t>i</a:t>
            </a:r>
            <a:r>
              <a:rPr sz="2800" spc="0" dirty="0">
                <a:latin typeface="Arial"/>
                <a:cs typeface="Arial"/>
              </a:rPr>
              <a:t>li</a:t>
            </a:r>
            <a:r>
              <a:rPr sz="2800" spc="9" dirty="0">
                <a:latin typeface="Arial"/>
                <a:cs typeface="Arial"/>
              </a:rPr>
              <a:t>z</a:t>
            </a:r>
            <a:r>
              <a:rPr sz="2800" spc="0" dirty="0">
                <a:latin typeface="Arial"/>
                <a:cs typeface="Arial"/>
              </a:rPr>
              <a:t>a</a:t>
            </a:r>
            <a:r>
              <a:rPr sz="2800" spc="9" dirty="0">
                <a:latin typeface="Arial"/>
                <a:cs typeface="Arial"/>
              </a:rPr>
              <a:t>d</a:t>
            </a:r>
            <a:r>
              <a:rPr sz="2800" spc="0" dirty="0">
                <a:latin typeface="Arial"/>
                <a:cs typeface="Arial"/>
              </a:rPr>
              <a:t>as</a:t>
            </a:r>
            <a:r>
              <a:rPr sz="2800" spc="-131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“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Met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800" spc="9" dirty="0">
                <a:solidFill>
                  <a:srgbClr val="990000"/>
                </a:solidFill>
                <a:latin typeface="Arial"/>
                <a:cs typeface="Arial"/>
              </a:rPr>
              <a:t>”</a:t>
            </a:r>
            <a:r>
              <a:rPr sz="28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5885" y="2983163"/>
            <a:ext cx="2547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95"/>
              </a:lnSpc>
              <a:spcBef>
                <a:spcPts val="149"/>
              </a:spcBef>
            </a:pPr>
            <a:r>
              <a:rPr sz="2800" spc="303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3085" y="3502971"/>
            <a:ext cx="224028" cy="7555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  <a:p>
            <a:pPr marL="12700" marR="45719">
              <a:lnSpc>
                <a:spcPct val="95825"/>
              </a:lnSpc>
              <a:spcBef>
                <a:spcPts val="424"/>
              </a:spcBef>
            </a:pPr>
            <a:r>
              <a:rPr sz="2400" spc="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1685" y="3506120"/>
            <a:ext cx="6892950" cy="23623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0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ç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õ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es</a:t>
            </a:r>
            <a:r>
              <a:rPr sz="24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dos usuári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 do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828"/>
              </a:lnSpc>
              <a:spcBef>
                <a:spcPts val="436"/>
              </a:spcBef>
            </a:pPr>
            <a:r>
              <a:rPr sz="2400" b="1" spc="-1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b="1" spc="-14" dirty="0">
                <a:solidFill>
                  <a:srgbClr val="990000"/>
                </a:solidFill>
                <a:latin typeface="Arial"/>
                <a:cs typeface="Arial"/>
              </a:rPr>
              <a:t>xe</a:t>
            </a:r>
            <a:r>
              <a:rPr sz="2400" b="1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b="1" spc="-14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2400" b="1" spc="-4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b="1" spc="-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: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tr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aeron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ve 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759"/>
              </a:lnSpc>
              <a:spcBef>
                <a:spcPts val="418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deve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ser f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á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ser 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sado</a:t>
            </a:r>
            <a:r>
              <a:rPr sz="2400" spc="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por 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on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rol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ad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 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759"/>
              </a:lnSpc>
              <a:spcBef>
                <a:spcPts val="408"/>
              </a:spcBef>
            </a:pP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25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pe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4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deve </a:t>
            </a:r>
            <a:r>
              <a:rPr sz="2400" spc="-1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s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organ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zado</a:t>
            </a:r>
            <a:r>
              <a:rPr sz="2400" spc="1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de t</a:t>
            </a:r>
            <a:r>
              <a:rPr sz="2400" spc="-1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l </a:t>
            </a:r>
            <a:endParaRPr sz="2400">
              <a:latin typeface="Arial"/>
              <a:cs typeface="Arial"/>
            </a:endParaRPr>
          </a:p>
          <a:p>
            <a:pPr marL="12700" marR="656730">
              <a:lnSpc>
                <a:spcPts val="2759"/>
              </a:lnSpc>
              <a:spcBef>
                <a:spcPts val="408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man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ira q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u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os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erros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2400" spc="-4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 usu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á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rios</a:t>
            </a:r>
            <a:r>
              <a:rPr sz="2400" spc="9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sejam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423"/>
              </a:spcBef>
            </a:pP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minimiz</a:t>
            </a:r>
            <a:r>
              <a:rPr sz="2400" spc="-9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2400" spc="0" dirty="0">
                <a:solidFill>
                  <a:srgbClr val="990000"/>
                </a:solidFill>
                <a:latin typeface="Arial"/>
                <a:cs typeface="Arial"/>
              </a:rPr>
              <a:t>dos.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5161" y="6383913"/>
            <a:ext cx="244678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4" dirty="0">
                <a:latin typeface="Times New Roman"/>
                <a:cs typeface="Times New Roman"/>
              </a:rPr>
              <a:t>17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531168"/>
            <a:ext cx="6708395" cy="935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25"/>
              </a:lnSpc>
              <a:spcBef>
                <a:spcPts val="201"/>
              </a:spcBef>
            </a:pPr>
            <a:r>
              <a:rPr sz="5400" spc="-100" baseline="3939" dirty="0">
                <a:latin typeface="Arial Black"/>
                <a:cs typeface="Arial Black"/>
              </a:rPr>
              <a:t>R</a:t>
            </a:r>
            <a:r>
              <a:rPr sz="5400" spc="-14" baseline="3939" dirty="0">
                <a:latin typeface="Arial Black"/>
                <a:cs typeface="Arial Black"/>
              </a:rPr>
              <a:t>equ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s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to</a:t>
            </a:r>
            <a:r>
              <a:rPr sz="5400" spc="0" baseline="3939" dirty="0">
                <a:latin typeface="Arial Black"/>
                <a:cs typeface="Arial Black"/>
              </a:rPr>
              <a:t>s</a:t>
            </a:r>
            <a:r>
              <a:rPr sz="5400" spc="-79" baseline="3939" dirty="0">
                <a:latin typeface="Arial Black"/>
                <a:cs typeface="Arial Black"/>
              </a:rPr>
              <a:t> </a:t>
            </a:r>
            <a:r>
              <a:rPr sz="5400" spc="-14" baseline="3939" dirty="0">
                <a:latin typeface="Arial Black"/>
                <a:cs typeface="Arial Black"/>
              </a:rPr>
              <a:t>Não</a:t>
            </a:r>
            <a:r>
              <a:rPr sz="5400" spc="-9" baseline="3939" dirty="0">
                <a:latin typeface="Arial Black"/>
                <a:cs typeface="Arial Black"/>
              </a:rPr>
              <a:t>-</a:t>
            </a:r>
            <a:r>
              <a:rPr sz="5400" spc="-14" baseline="3939" dirty="0">
                <a:latin typeface="Arial Black"/>
                <a:cs typeface="Arial Black"/>
              </a:rPr>
              <a:t>Func</a:t>
            </a:r>
            <a:r>
              <a:rPr sz="5400" spc="-9" baseline="3939" dirty="0">
                <a:latin typeface="Arial Black"/>
                <a:cs typeface="Arial Black"/>
              </a:rPr>
              <a:t>i</a:t>
            </a:r>
            <a:r>
              <a:rPr sz="5400" spc="-14" baseline="3939" dirty="0">
                <a:latin typeface="Arial Black"/>
                <a:cs typeface="Arial Black"/>
              </a:rPr>
              <a:t>ona</a:t>
            </a:r>
            <a:r>
              <a:rPr sz="5400" spc="0" baseline="3939" dirty="0">
                <a:latin typeface="Arial Black"/>
                <a:cs typeface="Arial Black"/>
              </a:rPr>
              <a:t>is</a:t>
            </a:r>
            <a:endParaRPr sz="3600">
              <a:latin typeface="Arial Black"/>
              <a:cs typeface="Arial Black"/>
            </a:endParaRPr>
          </a:p>
          <a:p>
            <a:pPr marL="12700" marR="68625">
              <a:lnSpc>
                <a:spcPts val="3340"/>
              </a:lnSpc>
              <a:tabLst>
                <a:tab pos="2298700" algn="l"/>
              </a:tabLst>
            </a:pPr>
            <a:r>
              <a:rPr sz="4800" spc="0" baseline="2216" dirty="0">
                <a:latin typeface="Arial Black"/>
                <a:cs typeface="Arial Black"/>
              </a:rPr>
              <a:t>Inte</a:t>
            </a:r>
            <a:r>
              <a:rPr sz="4800" spc="59" baseline="2216" dirty="0">
                <a:latin typeface="Arial Black"/>
                <a:cs typeface="Arial Black"/>
              </a:rPr>
              <a:t>r</a:t>
            </a:r>
            <a:r>
              <a:rPr sz="4800" spc="0" baseline="2216" dirty="0">
                <a:latin typeface="Arial Black"/>
                <a:cs typeface="Arial Black"/>
              </a:rPr>
              <a:t>ação	e</a:t>
            </a:r>
            <a:r>
              <a:rPr sz="4800" spc="14" baseline="2216" dirty="0">
                <a:latin typeface="Arial Black"/>
                <a:cs typeface="Arial Black"/>
              </a:rPr>
              <a:t>nt</a:t>
            </a:r>
            <a:r>
              <a:rPr sz="4800" spc="59" baseline="2216" dirty="0">
                <a:latin typeface="Arial Black"/>
                <a:cs typeface="Arial Black"/>
              </a:rPr>
              <a:t>r</a:t>
            </a:r>
            <a:r>
              <a:rPr sz="4800" spc="0" baseline="2216" dirty="0">
                <a:latin typeface="Arial Black"/>
                <a:cs typeface="Arial Black"/>
              </a:rPr>
              <a:t>e</a:t>
            </a:r>
            <a:r>
              <a:rPr sz="4800" spc="-14" baseline="2216" dirty="0">
                <a:latin typeface="Arial Black"/>
                <a:cs typeface="Arial Black"/>
              </a:rPr>
              <a:t> </a:t>
            </a:r>
            <a:r>
              <a:rPr sz="4800" spc="-89" baseline="2216" dirty="0">
                <a:latin typeface="Arial Black"/>
                <a:cs typeface="Arial Black"/>
              </a:rPr>
              <a:t>R</a:t>
            </a:r>
            <a:r>
              <a:rPr sz="4800" spc="-14" baseline="2216" dirty="0">
                <a:latin typeface="Arial Black"/>
                <a:cs typeface="Arial Black"/>
              </a:rPr>
              <a:t>equisi</a:t>
            </a:r>
            <a:r>
              <a:rPr sz="4800" spc="0" baseline="2216" dirty="0">
                <a:latin typeface="Arial Black"/>
                <a:cs typeface="Arial Black"/>
              </a:rPr>
              <a:t>t</a:t>
            </a:r>
            <a:r>
              <a:rPr sz="4800" spc="-19" baseline="2216" dirty="0">
                <a:latin typeface="Arial Black"/>
                <a:cs typeface="Arial Black"/>
              </a:rPr>
              <a:t>o</a:t>
            </a:r>
            <a:r>
              <a:rPr sz="4800" spc="0" baseline="2216" dirty="0">
                <a:latin typeface="Arial Black"/>
                <a:cs typeface="Arial Black"/>
              </a:rPr>
              <a:t>s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263" y="1885753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9863" y="1888902"/>
            <a:ext cx="6276467" cy="13698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m</a:t>
            </a:r>
            <a:r>
              <a:rPr sz="2400" spc="-4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s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-4" dirty="0">
                <a:latin typeface="Arial"/>
                <a:cs typeface="Arial"/>
              </a:rPr>
              <a:t>m</a:t>
            </a:r>
            <a:r>
              <a:rPr sz="2400" spc="-1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2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comple</a:t>
            </a:r>
            <a:r>
              <a:rPr sz="2400" spc="-19" dirty="0">
                <a:latin typeface="Arial"/>
                <a:cs typeface="Arial"/>
              </a:rPr>
              <a:t>x</a:t>
            </a:r>
            <a:r>
              <a:rPr sz="2400" spc="0" dirty="0">
                <a:latin typeface="Arial"/>
                <a:cs typeface="Arial"/>
              </a:rPr>
              <a:t>os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são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comuns</a:t>
            </a:r>
            <a:r>
              <a:rPr sz="2400" spc="9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c</a:t>
            </a:r>
            <a:r>
              <a:rPr sz="2400" spc="-14" dirty="0">
                <a:latin typeface="Arial"/>
                <a:cs typeface="Arial"/>
              </a:rPr>
              <a:t>on</a:t>
            </a:r>
            <a:r>
              <a:rPr sz="2400" spc="0" dirty="0">
                <a:latin typeface="Arial"/>
                <a:cs typeface="Arial"/>
              </a:rPr>
              <a:t>f</a:t>
            </a:r>
            <a:r>
              <a:rPr sz="2400" spc="-25" dirty="0">
                <a:latin typeface="Arial"/>
                <a:cs typeface="Arial"/>
              </a:rPr>
              <a:t>l</a:t>
            </a:r>
            <a:r>
              <a:rPr sz="2400" spc="-14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508"/>
              </a:spcBef>
            </a:pPr>
            <a:r>
              <a:rPr sz="2400" spc="-14" dirty="0">
                <a:latin typeface="Arial"/>
                <a:cs typeface="Arial"/>
              </a:rPr>
              <a:t>di</a:t>
            </a:r>
            <a:r>
              <a:rPr sz="2400" spc="-4" dirty="0">
                <a:latin typeface="Arial"/>
                <a:cs typeface="Arial"/>
              </a:rPr>
              <a:t>f</a:t>
            </a: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-4" dirty="0">
                <a:latin typeface="Arial"/>
                <a:cs typeface="Arial"/>
              </a:rPr>
              <a:t>r</a:t>
            </a:r>
            <a:r>
              <a:rPr sz="2400" spc="-14" dirty="0">
                <a:latin typeface="Arial"/>
                <a:cs typeface="Arial"/>
              </a:rPr>
              <a:t>en</a:t>
            </a:r>
            <a:r>
              <a:rPr sz="2400" spc="-4" dirty="0">
                <a:latin typeface="Arial"/>
                <a:cs typeface="Arial"/>
              </a:rPr>
              <a:t>t</a:t>
            </a: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s</a:t>
            </a:r>
            <a:r>
              <a:rPr sz="2400" spc="39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R</a:t>
            </a:r>
            <a:r>
              <a:rPr sz="2400" spc="-14" dirty="0">
                <a:latin typeface="Arial"/>
                <a:cs typeface="Arial"/>
              </a:rPr>
              <a:t>equi</a:t>
            </a:r>
            <a:r>
              <a:rPr sz="2400" spc="0" dirty="0">
                <a:latin typeface="Arial"/>
                <a:cs typeface="Arial"/>
              </a:rPr>
              <a:t>si</a:t>
            </a:r>
            <a:r>
              <a:rPr sz="2400" spc="-14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os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-19" dirty="0">
                <a:latin typeface="Arial"/>
                <a:cs typeface="Arial"/>
              </a:rPr>
              <a:t>N</a:t>
            </a:r>
            <a:r>
              <a:rPr sz="2400" spc="-14" dirty="0">
                <a:latin typeface="Arial"/>
                <a:cs typeface="Arial"/>
              </a:rPr>
              <a:t>ã</a:t>
            </a:r>
            <a:r>
              <a:rPr sz="2400" spc="-4" dirty="0">
                <a:latin typeface="Arial"/>
                <a:cs typeface="Arial"/>
              </a:rPr>
              <a:t>o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spc="-14" dirty="0">
                <a:latin typeface="Arial"/>
                <a:cs typeface="Arial"/>
              </a:rPr>
              <a:t>Fu</a:t>
            </a:r>
            <a:r>
              <a:rPr sz="2400" spc="0" dirty="0">
                <a:latin typeface="Arial"/>
                <a:cs typeface="Arial"/>
              </a:rPr>
              <a:t>nc</a:t>
            </a:r>
            <a:r>
              <a:rPr sz="2400" spc="-9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o</a:t>
            </a:r>
            <a:r>
              <a:rPr sz="2400" spc="-4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19" dirty="0">
                <a:latin typeface="Arial"/>
                <a:cs typeface="Arial"/>
              </a:rPr>
              <a:t>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2030"/>
              </a:spcBef>
            </a:pP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14" dirty="0">
                <a:latin typeface="Arial"/>
                <a:cs typeface="Arial"/>
              </a:rPr>
              <a:t>e</a:t>
            </a:r>
            <a:r>
              <a:rPr sz="2400" spc="-4" dirty="0">
                <a:latin typeface="Arial"/>
                <a:cs typeface="Arial"/>
              </a:rPr>
              <a:t>m</a:t>
            </a:r>
            <a:r>
              <a:rPr sz="2400" spc="-14" dirty="0">
                <a:latin typeface="Arial"/>
                <a:cs typeface="Arial"/>
              </a:rPr>
              <a:t>p</a:t>
            </a:r>
            <a:r>
              <a:rPr sz="2400" spc="0" dirty="0">
                <a:latin typeface="Arial"/>
                <a:cs typeface="Arial"/>
              </a:rPr>
              <a:t>l</a:t>
            </a:r>
            <a:r>
              <a:rPr sz="2400" spc="-19" dirty="0">
                <a:latin typeface="Arial"/>
                <a:cs typeface="Arial"/>
              </a:rPr>
              <a:t>o</a:t>
            </a:r>
            <a:r>
              <a:rPr sz="2400" spc="0" dirty="0">
                <a:latin typeface="Arial"/>
                <a:cs typeface="Arial"/>
              </a:rPr>
              <a:t>: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-14" dirty="0">
                <a:latin typeface="Arial"/>
                <a:cs typeface="Arial"/>
              </a:rPr>
              <a:t>Si</a:t>
            </a:r>
            <a:r>
              <a:rPr sz="2400" spc="-9" dirty="0">
                <a:latin typeface="Arial"/>
                <a:cs typeface="Arial"/>
              </a:rPr>
              <a:t>s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ma</a:t>
            </a:r>
            <a:r>
              <a:rPr sz="2400" spc="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para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aeronav</a:t>
            </a:r>
            <a:r>
              <a:rPr sz="2400" spc="-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42121" y="1888902"/>
            <a:ext cx="77297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14" dirty="0">
                <a:latin typeface="Arial"/>
                <a:cs typeface="Arial"/>
              </a:rPr>
              <a:t>en</a:t>
            </a:r>
            <a:r>
              <a:rPr sz="2400" spc="0" dirty="0">
                <a:latin typeface="Arial"/>
                <a:cs typeface="Arial"/>
              </a:rPr>
              <a:t>t</a:t>
            </a:r>
            <a:r>
              <a:rPr sz="2400" spc="-14" dirty="0">
                <a:latin typeface="Arial"/>
                <a:cs typeface="Arial"/>
              </a:rPr>
              <a:t>r</a:t>
            </a:r>
            <a:r>
              <a:rPr sz="2400" spc="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263" y="2925375"/>
            <a:ext cx="2240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0"/>
              </a:lnSpc>
              <a:spcBef>
                <a:spcPts val="129"/>
              </a:spcBef>
            </a:pPr>
            <a:r>
              <a:rPr sz="2400" spc="26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8463" y="3373554"/>
            <a:ext cx="19334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7063" y="3376184"/>
            <a:ext cx="7003327" cy="2223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221">
              <a:lnSpc>
                <a:spcPts val="2150"/>
              </a:lnSpc>
              <a:spcBef>
                <a:spcPts val="107"/>
              </a:spcBef>
            </a:pPr>
            <a:r>
              <a:rPr sz="2000" spc="-14" dirty="0">
                <a:latin typeface="Arial"/>
                <a:cs typeface="Arial"/>
              </a:rPr>
              <a:t>P</a:t>
            </a:r>
            <a:r>
              <a:rPr sz="2000" spc="-9" dirty="0">
                <a:latin typeface="Arial"/>
                <a:cs typeface="Arial"/>
              </a:rPr>
              <a:t>ar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minimizar</a:t>
            </a:r>
            <a:r>
              <a:rPr sz="2000" spc="-2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pe</a:t>
            </a:r>
            <a:r>
              <a:rPr sz="2000" spc="9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o,</a:t>
            </a:r>
            <a:r>
              <a:rPr sz="2000" spc="-5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14" dirty="0">
                <a:latin typeface="Arial"/>
                <a:cs typeface="Arial"/>
              </a:rPr>
              <a:t> </a:t>
            </a:r>
            <a:r>
              <a:rPr sz="2000" spc="-9" dirty="0">
                <a:latin typeface="Arial"/>
                <a:cs typeface="Arial"/>
              </a:rPr>
              <a:t>nú</a:t>
            </a:r>
            <a:r>
              <a:rPr sz="2000" spc="-14" dirty="0">
                <a:latin typeface="Arial"/>
                <a:cs typeface="Arial"/>
              </a:rPr>
              <a:t>m</a:t>
            </a:r>
            <a:r>
              <a:rPr sz="2000" spc="-9" dirty="0">
                <a:latin typeface="Arial"/>
                <a:cs typeface="Arial"/>
              </a:rPr>
              <a:t>er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4" dirty="0">
                <a:latin typeface="Arial"/>
                <a:cs typeface="Arial"/>
              </a:rPr>
              <a:t>h</a:t>
            </a:r>
            <a:r>
              <a:rPr sz="2000" spc="0" dirty="0">
                <a:latin typeface="Arial"/>
                <a:cs typeface="Arial"/>
              </a:rPr>
              <a:t>ips</a:t>
            </a:r>
            <a:r>
              <a:rPr sz="2000" spc="-2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e</a:t>
            </a:r>
            <a:r>
              <a:rPr sz="2000" spc="-14" dirty="0">
                <a:latin typeface="Arial"/>
                <a:cs typeface="Arial"/>
              </a:rPr>
              <a:t>m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deve</a:t>
            </a:r>
            <a:endParaRPr sz="2000">
              <a:latin typeface="Arial"/>
              <a:cs typeface="Arial"/>
            </a:endParaRPr>
          </a:p>
          <a:p>
            <a:pPr marL="12700" marR="38221">
              <a:lnSpc>
                <a:spcPct val="95825"/>
              </a:lnSpc>
              <a:spcBef>
                <a:spcPts val="472"/>
              </a:spcBef>
            </a:pPr>
            <a:r>
              <a:rPr sz="2000" spc="0" dirty="0">
                <a:latin typeface="Arial"/>
                <a:cs typeface="Arial"/>
              </a:rPr>
              <a:t>s</a:t>
            </a:r>
            <a:r>
              <a:rPr sz="2000" spc="4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r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minimizad</a:t>
            </a:r>
            <a:r>
              <a:rPr sz="2000" spc="4" dirty="0">
                <a:latin typeface="Arial"/>
                <a:cs typeface="Arial"/>
              </a:rPr>
              <a:t>o</a:t>
            </a:r>
            <a:r>
              <a:rPr sz="2000" spc="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815224">
              <a:lnSpc>
                <a:spcPts val="2299"/>
              </a:lnSpc>
              <a:spcBef>
                <a:spcPts val="1074"/>
              </a:spcBef>
            </a:pPr>
            <a:r>
              <a:rPr sz="2000" spc="-14" dirty="0">
                <a:latin typeface="Arial"/>
                <a:cs typeface="Arial"/>
              </a:rPr>
              <a:t>P</a:t>
            </a:r>
            <a:r>
              <a:rPr sz="2000" spc="-9" dirty="0">
                <a:latin typeface="Arial"/>
                <a:cs typeface="Arial"/>
              </a:rPr>
              <a:t>ar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minimizar</a:t>
            </a:r>
            <a:r>
              <a:rPr sz="2000" spc="-29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-14" dirty="0">
                <a:latin typeface="Arial"/>
                <a:cs typeface="Arial"/>
              </a:rPr>
              <a:t>o</a:t>
            </a:r>
            <a:r>
              <a:rPr sz="2000" spc="-9" dirty="0">
                <a:latin typeface="Arial"/>
                <a:cs typeface="Arial"/>
              </a:rPr>
              <a:t>n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-14" dirty="0">
                <a:latin typeface="Arial"/>
                <a:cs typeface="Arial"/>
              </a:rPr>
              <a:t>um</a:t>
            </a:r>
            <a:r>
              <a:rPr sz="2000" spc="0" dirty="0">
                <a:latin typeface="Arial"/>
                <a:cs typeface="Arial"/>
              </a:rPr>
              <a:t>o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e</a:t>
            </a:r>
            <a:r>
              <a:rPr sz="2000" spc="4" dirty="0">
                <a:latin typeface="Arial"/>
                <a:cs typeface="Arial"/>
              </a:rPr>
              <a:t>n</a:t>
            </a:r>
            <a:r>
              <a:rPr sz="2000" spc="0" dirty="0">
                <a:latin typeface="Arial"/>
                <a:cs typeface="Arial"/>
              </a:rPr>
              <a:t>e</a:t>
            </a:r>
            <a:r>
              <a:rPr sz="2000" spc="9" dirty="0">
                <a:latin typeface="Arial"/>
                <a:cs typeface="Arial"/>
              </a:rPr>
              <a:t>r</a:t>
            </a:r>
            <a:r>
              <a:rPr sz="2000" spc="0" dirty="0">
                <a:latin typeface="Arial"/>
                <a:cs typeface="Arial"/>
              </a:rPr>
              <a:t>gi</a:t>
            </a:r>
            <a:r>
              <a:rPr sz="2000" spc="4" dirty="0">
                <a:latin typeface="Arial"/>
                <a:cs typeface="Arial"/>
              </a:rPr>
              <a:t>a</a:t>
            </a:r>
            <a:r>
              <a:rPr sz="2000" spc="0" dirty="0">
                <a:latin typeface="Arial"/>
                <a:cs typeface="Arial"/>
              </a:rPr>
              <a:t>,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4" dirty="0">
                <a:latin typeface="Arial"/>
                <a:cs typeface="Arial"/>
              </a:rPr>
              <a:t>h</a:t>
            </a:r>
            <a:r>
              <a:rPr sz="2000" spc="0" dirty="0">
                <a:latin typeface="Arial"/>
                <a:cs typeface="Arial"/>
              </a:rPr>
              <a:t>ips</a:t>
            </a:r>
            <a:r>
              <a:rPr sz="2000" spc="-4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de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-14" dirty="0">
                <a:latin typeface="Arial"/>
                <a:cs typeface="Arial"/>
              </a:rPr>
              <a:t>m</a:t>
            </a:r>
            <a:r>
              <a:rPr sz="2000" spc="-9" dirty="0">
                <a:latin typeface="Arial"/>
                <a:cs typeface="Arial"/>
              </a:rPr>
              <a:t>eno</a:t>
            </a:r>
            <a:r>
              <a:rPr sz="2000" spc="0" dirty="0">
                <a:latin typeface="Arial"/>
                <a:cs typeface="Arial"/>
              </a:rPr>
              <a:t>r </a:t>
            </a:r>
            <a:endParaRPr sz="2000">
              <a:latin typeface="Arial"/>
              <a:cs typeface="Arial"/>
            </a:endParaRPr>
          </a:p>
          <a:p>
            <a:pPr marL="12700" marR="815224">
              <a:lnSpc>
                <a:spcPts val="2299"/>
              </a:lnSpc>
              <a:spcBef>
                <a:spcPts val="579"/>
              </a:spcBef>
            </a:pPr>
            <a:r>
              <a:rPr sz="2000" spc="-9" dirty="0">
                <a:latin typeface="Arial"/>
                <a:cs typeface="Arial"/>
              </a:rPr>
              <a:t>po</a:t>
            </a:r>
            <a:r>
              <a:rPr sz="2000" spc="-19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ên</a:t>
            </a:r>
            <a:r>
              <a:rPr sz="2000" spc="0" dirty="0">
                <a:latin typeface="Arial"/>
                <a:cs typeface="Arial"/>
              </a:rPr>
              <a:t>c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1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</a:t>
            </a:r>
            <a:r>
              <a:rPr sz="2000" spc="4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vem</a:t>
            </a:r>
            <a:r>
              <a:rPr sz="2000" spc="-3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s</a:t>
            </a:r>
            <a:r>
              <a:rPr sz="2000" spc="4" dirty="0">
                <a:latin typeface="Arial"/>
                <a:cs typeface="Arial"/>
              </a:rPr>
              <a:t>e</a:t>
            </a:r>
            <a:r>
              <a:rPr sz="2000" spc="0" dirty="0">
                <a:latin typeface="Arial"/>
                <a:cs typeface="Arial"/>
              </a:rPr>
              <a:t>r</a:t>
            </a:r>
            <a:r>
              <a:rPr sz="2000" spc="-4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u</a:t>
            </a:r>
            <a:r>
              <a:rPr sz="2000" spc="4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ado</a:t>
            </a:r>
            <a:r>
              <a:rPr sz="2000" spc="9" dirty="0">
                <a:latin typeface="Arial"/>
                <a:cs typeface="Arial"/>
              </a:rPr>
              <a:t>s</a:t>
            </a:r>
            <a:r>
              <a:rPr sz="2000" spc="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38221">
              <a:lnSpc>
                <a:spcPct val="95825"/>
              </a:lnSpc>
              <a:spcBef>
                <a:spcPts val="1004"/>
              </a:spcBef>
            </a:pPr>
            <a:r>
              <a:rPr sz="2000" i="1" spc="-14" dirty="0">
                <a:latin typeface="Arial"/>
                <a:cs typeface="Arial"/>
              </a:rPr>
              <a:t>E</a:t>
            </a:r>
            <a:r>
              <a:rPr sz="2000" i="1" spc="-9" dirty="0">
                <a:latin typeface="Arial"/>
                <a:cs typeface="Arial"/>
              </a:rPr>
              <a:t>n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re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an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o</a:t>
            </a:r>
            <a:r>
              <a:rPr sz="2000" i="1" spc="0" dirty="0">
                <a:latin typeface="Arial"/>
                <a:cs typeface="Arial"/>
              </a:rPr>
              <a:t>, u</a:t>
            </a:r>
            <a:r>
              <a:rPr sz="2000" i="1" spc="4" dirty="0">
                <a:latin typeface="Arial"/>
                <a:cs typeface="Arial"/>
              </a:rPr>
              <a:t>s</a:t>
            </a:r>
            <a:r>
              <a:rPr sz="2000" i="1" spc="0" dirty="0">
                <a:latin typeface="Arial"/>
                <a:cs typeface="Arial"/>
              </a:rPr>
              <a:t>ar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c</a:t>
            </a:r>
            <a:r>
              <a:rPr sz="2000" i="1" spc="4" dirty="0">
                <a:latin typeface="Arial"/>
                <a:cs typeface="Arial"/>
              </a:rPr>
              <a:t>h</a:t>
            </a:r>
            <a:r>
              <a:rPr sz="2000" i="1" spc="0" dirty="0">
                <a:latin typeface="Arial"/>
                <a:cs typeface="Arial"/>
              </a:rPr>
              <a:t>ips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de </a:t>
            </a:r>
            <a:r>
              <a:rPr sz="2000" i="1" spc="-25" dirty="0">
                <a:latin typeface="Arial"/>
                <a:cs typeface="Arial"/>
              </a:rPr>
              <a:t>m</a:t>
            </a:r>
            <a:r>
              <a:rPr sz="2000" i="1" spc="-9" dirty="0">
                <a:latin typeface="Arial"/>
                <a:cs typeface="Arial"/>
              </a:rPr>
              <a:t>eno</a:t>
            </a:r>
            <a:r>
              <a:rPr sz="2000" i="1" spc="0" dirty="0">
                <a:latin typeface="Arial"/>
                <a:cs typeface="Arial"/>
              </a:rPr>
              <a:t>r</a:t>
            </a:r>
            <a:r>
              <a:rPr sz="2000" i="1" spc="-4" dirty="0">
                <a:latin typeface="Arial"/>
                <a:cs typeface="Arial"/>
              </a:rPr>
              <a:t> </a:t>
            </a:r>
            <a:r>
              <a:rPr sz="2000" i="1" spc="-14" dirty="0">
                <a:latin typeface="Arial"/>
                <a:cs typeface="Arial"/>
              </a:rPr>
              <a:t>p</a:t>
            </a:r>
            <a:r>
              <a:rPr sz="2000" i="1" spc="-9" dirty="0">
                <a:latin typeface="Arial"/>
                <a:cs typeface="Arial"/>
              </a:rPr>
              <a:t>o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-9" dirty="0">
                <a:latin typeface="Arial"/>
                <a:cs typeface="Arial"/>
              </a:rPr>
              <a:t>ên</a:t>
            </a:r>
            <a:r>
              <a:rPr sz="2000" i="1" spc="0" dirty="0">
                <a:latin typeface="Arial"/>
                <a:cs typeface="Arial"/>
              </a:rPr>
              <a:t>c</a:t>
            </a:r>
            <a:r>
              <a:rPr sz="2000" i="1" spc="-19" dirty="0">
                <a:latin typeface="Arial"/>
                <a:cs typeface="Arial"/>
              </a:rPr>
              <a:t>i</a:t>
            </a:r>
            <a:r>
              <a:rPr sz="2000" i="1" spc="0" dirty="0">
                <a:latin typeface="Arial"/>
                <a:cs typeface="Arial"/>
              </a:rPr>
              <a:t>a pode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si</a:t>
            </a:r>
            <a:r>
              <a:rPr sz="2000" i="1" spc="4" dirty="0">
                <a:latin typeface="Arial"/>
                <a:cs typeface="Arial"/>
              </a:rPr>
              <a:t>g</a:t>
            </a:r>
            <a:r>
              <a:rPr sz="2000" i="1" spc="0" dirty="0">
                <a:latin typeface="Arial"/>
                <a:cs typeface="Arial"/>
              </a:rPr>
              <a:t>nificar</a:t>
            </a:r>
            <a:r>
              <a:rPr sz="2000" i="1" spc="-3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80"/>
              </a:spcBef>
            </a:pPr>
            <a:r>
              <a:rPr sz="2000" i="1" spc="-14" dirty="0">
                <a:latin typeface="Arial"/>
                <a:cs typeface="Arial"/>
              </a:rPr>
              <a:t>m</a:t>
            </a:r>
            <a:r>
              <a:rPr sz="2000" i="1" spc="0" dirty="0">
                <a:latin typeface="Arial"/>
                <a:cs typeface="Arial"/>
              </a:rPr>
              <a:t>ais</a:t>
            </a:r>
            <a:r>
              <a:rPr sz="2000" i="1" spc="-2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chips</a:t>
            </a:r>
            <a:r>
              <a:rPr sz="2000" i="1" spc="-2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dev</a:t>
            </a:r>
            <a:r>
              <a:rPr sz="2000" i="1" spc="4" dirty="0">
                <a:latin typeface="Arial"/>
                <a:cs typeface="Arial"/>
              </a:rPr>
              <a:t>e</a:t>
            </a:r>
            <a:r>
              <a:rPr sz="2000" i="1" spc="0" dirty="0">
                <a:latin typeface="Arial"/>
                <a:cs typeface="Arial"/>
              </a:rPr>
              <a:t>m</a:t>
            </a:r>
            <a:r>
              <a:rPr sz="2000" i="1" spc="-3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ser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usa</a:t>
            </a:r>
            <a:r>
              <a:rPr sz="2000" i="1" spc="4" dirty="0">
                <a:latin typeface="Arial"/>
                <a:cs typeface="Arial"/>
              </a:rPr>
              <a:t>d</a:t>
            </a:r>
            <a:r>
              <a:rPr sz="2000" i="1" spc="0" dirty="0">
                <a:latin typeface="Arial"/>
                <a:cs typeface="Arial"/>
              </a:rPr>
              <a:t>os.</a:t>
            </a:r>
            <a:r>
              <a:rPr sz="2000" i="1" spc="-5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Qua</a:t>
            </a:r>
            <a:r>
              <a:rPr sz="2000" i="1" spc="0" dirty="0">
                <a:latin typeface="Arial"/>
                <a:cs typeface="Arial"/>
              </a:rPr>
              <a:t>l</a:t>
            </a:r>
            <a:r>
              <a:rPr sz="2000" i="1" spc="-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é</a:t>
            </a:r>
            <a:r>
              <a:rPr sz="2000" i="1" spc="-29" dirty="0">
                <a:latin typeface="Arial"/>
                <a:cs typeface="Arial"/>
              </a:rPr>
              <a:t> </a:t>
            </a:r>
            <a:r>
              <a:rPr sz="2000" i="1" spc="0" dirty="0">
                <a:latin typeface="Arial"/>
                <a:cs typeface="Arial"/>
              </a:rPr>
              <a:t>o</a:t>
            </a:r>
            <a:r>
              <a:rPr sz="2000" i="1" spc="-2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requ</a:t>
            </a:r>
            <a:r>
              <a:rPr sz="2000" i="1" spc="-14" dirty="0">
                <a:latin typeface="Arial"/>
                <a:cs typeface="Arial"/>
              </a:rPr>
              <a:t>i</a:t>
            </a:r>
            <a:r>
              <a:rPr sz="2000" i="1" spc="-9" dirty="0">
                <a:latin typeface="Arial"/>
                <a:cs typeface="Arial"/>
              </a:rPr>
              <a:t>s</a:t>
            </a:r>
            <a:r>
              <a:rPr sz="2000" i="1" spc="-14" dirty="0">
                <a:latin typeface="Arial"/>
                <a:cs typeface="Arial"/>
              </a:rPr>
              <a:t>i</a:t>
            </a:r>
            <a:r>
              <a:rPr sz="2000" i="1" spc="-19" dirty="0">
                <a:latin typeface="Arial"/>
                <a:cs typeface="Arial"/>
              </a:rPr>
              <a:t>t</a:t>
            </a:r>
            <a:r>
              <a:rPr sz="2000" i="1" spc="0" dirty="0">
                <a:latin typeface="Arial"/>
                <a:cs typeface="Arial"/>
              </a:rPr>
              <a:t>o </a:t>
            </a:r>
            <a:r>
              <a:rPr sz="2000" i="1" spc="-14" dirty="0">
                <a:latin typeface="Arial"/>
                <a:cs typeface="Arial"/>
              </a:rPr>
              <a:t>m</a:t>
            </a:r>
            <a:r>
              <a:rPr sz="2000" i="1" spc="0" dirty="0">
                <a:latin typeface="Arial"/>
                <a:cs typeface="Arial"/>
              </a:rPr>
              <a:t>ais</a:t>
            </a:r>
            <a:r>
              <a:rPr sz="2000" i="1" spc="-1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cr</a:t>
            </a:r>
            <a:r>
              <a:rPr sz="2000" i="1" spc="-19" dirty="0">
                <a:latin typeface="Arial"/>
                <a:cs typeface="Arial"/>
              </a:rPr>
              <a:t>ít</a:t>
            </a:r>
            <a:r>
              <a:rPr sz="2000" i="1" spc="-14" dirty="0">
                <a:latin typeface="Arial"/>
                <a:cs typeface="Arial"/>
              </a:rPr>
              <a:t>i</a:t>
            </a:r>
            <a:r>
              <a:rPr sz="2000" i="1" spc="-9" dirty="0">
                <a:latin typeface="Arial"/>
                <a:cs typeface="Arial"/>
              </a:rPr>
              <a:t>co</a:t>
            </a:r>
            <a:r>
              <a:rPr sz="2000" i="1" spc="0" dirty="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8463" y="4167813"/>
            <a:ext cx="19334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</a:pPr>
            <a:r>
              <a:rPr sz="2000" spc="216" dirty="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8463" y="4953778"/>
            <a:ext cx="16535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5161" y="6383913"/>
            <a:ext cx="244678" cy="203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4" dirty="0">
                <a:latin typeface="Times New Roman"/>
                <a:cs typeface="Times New Roman"/>
              </a:rPr>
              <a:t>18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1735" y="448428"/>
            <a:ext cx="8458174" cy="63674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2226">
              <a:lnSpc>
                <a:spcPts val="4900"/>
              </a:lnSpc>
              <a:spcBef>
                <a:spcPts val="245"/>
              </a:spcBef>
            </a:pPr>
            <a:r>
              <a:rPr sz="6600" spc="-14" baseline="4297" dirty="0">
                <a:latin typeface="Arial Black"/>
                <a:cs typeface="Arial Black"/>
              </a:rPr>
              <a:t>E</a:t>
            </a:r>
            <a:r>
              <a:rPr sz="6600" spc="-84" baseline="4297" dirty="0">
                <a:latin typeface="Arial Black"/>
                <a:cs typeface="Arial Black"/>
              </a:rPr>
              <a:t>x</a:t>
            </a:r>
            <a:r>
              <a:rPr sz="6600" spc="0" baseline="4297" dirty="0">
                <a:latin typeface="Arial Black"/>
                <a:cs typeface="Arial Black"/>
              </a:rPr>
              <a:t>e</a:t>
            </a:r>
            <a:r>
              <a:rPr sz="6600" spc="44" baseline="4297" dirty="0">
                <a:latin typeface="Arial Black"/>
                <a:cs typeface="Arial Black"/>
              </a:rPr>
              <a:t>r</a:t>
            </a:r>
            <a:r>
              <a:rPr sz="6600" spc="0" baseline="4297" dirty="0">
                <a:latin typeface="Arial Black"/>
                <a:cs typeface="Arial Black"/>
              </a:rPr>
              <a:t>c</a:t>
            </a:r>
            <a:r>
              <a:rPr sz="6600" spc="-25" baseline="4297" dirty="0">
                <a:latin typeface="Arial Black"/>
                <a:cs typeface="Arial Black"/>
              </a:rPr>
              <a:t>í</a:t>
            </a:r>
            <a:r>
              <a:rPr sz="6600" spc="0" baseline="4297" dirty="0">
                <a:latin typeface="Arial Black"/>
                <a:cs typeface="Arial Black"/>
              </a:rPr>
              <a:t>c</a:t>
            </a:r>
            <a:r>
              <a:rPr sz="6600" spc="-25" baseline="4297" dirty="0">
                <a:latin typeface="Arial Black"/>
                <a:cs typeface="Arial Black"/>
              </a:rPr>
              <a:t>i</a:t>
            </a:r>
            <a:r>
              <a:rPr sz="6600" spc="0" baseline="4297" dirty="0">
                <a:latin typeface="Arial Black"/>
                <a:cs typeface="Arial Black"/>
              </a:rPr>
              <a:t>os</a:t>
            </a:r>
            <a:endParaRPr sz="4400">
              <a:latin typeface="Arial Black"/>
              <a:cs typeface="Arial Black"/>
            </a:endParaRPr>
          </a:p>
          <a:p>
            <a:pPr marL="12700" marR="711870">
              <a:lnSpc>
                <a:spcPts val="2356"/>
              </a:lnSpc>
              <a:spcBef>
                <a:spcPts val="1355"/>
              </a:spcBef>
            </a:pPr>
            <a:r>
              <a:rPr sz="2000" spc="0" dirty="0">
                <a:latin typeface="Arial"/>
                <a:cs typeface="Arial"/>
              </a:rPr>
              <a:t>1-</a:t>
            </a:r>
            <a:r>
              <a:rPr sz="2000" spc="-24" dirty="0">
                <a:latin typeface="Arial"/>
                <a:cs typeface="Arial"/>
              </a:rPr>
              <a:t> </a:t>
            </a:r>
            <a:r>
              <a:rPr sz="2000" spc="-19" dirty="0">
                <a:latin typeface="Arial"/>
                <a:cs typeface="Arial"/>
              </a:rPr>
              <a:t>I</a:t>
            </a:r>
            <a:r>
              <a:rPr sz="2000" spc="-9" dirty="0">
                <a:latin typeface="Arial"/>
                <a:cs typeface="Arial"/>
              </a:rPr>
              <a:t>den</a:t>
            </a:r>
            <a:r>
              <a:rPr sz="2000" spc="-19" dirty="0">
                <a:latin typeface="Arial"/>
                <a:cs typeface="Arial"/>
              </a:rPr>
              <a:t>t</a:t>
            </a:r>
            <a:r>
              <a:rPr sz="2000" spc="-9" dirty="0">
                <a:latin typeface="Arial"/>
                <a:cs typeface="Arial"/>
              </a:rPr>
              <a:t>i</a:t>
            </a:r>
            <a:r>
              <a:rPr sz="2000" spc="-19" dirty="0">
                <a:latin typeface="Arial"/>
                <a:cs typeface="Arial"/>
              </a:rPr>
              <a:t>f</a:t>
            </a:r>
            <a:r>
              <a:rPr sz="2000" spc="-9" dirty="0">
                <a:latin typeface="Arial"/>
                <a:cs typeface="Arial"/>
              </a:rPr>
              <a:t>iqu</a:t>
            </a:r>
            <a:r>
              <a:rPr sz="2000" spc="0" dirty="0">
                <a:latin typeface="Arial"/>
                <a:cs typeface="Arial"/>
              </a:rPr>
              <a:t>e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os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b="1" spc="-9" dirty="0">
                <a:latin typeface="Arial"/>
                <a:cs typeface="Arial"/>
              </a:rPr>
              <a:t>requ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s</a:t>
            </a:r>
            <a:r>
              <a:rPr sz="2000" b="1" spc="-19" dirty="0">
                <a:latin typeface="Arial"/>
                <a:cs typeface="Arial"/>
              </a:rPr>
              <a:t>i</a:t>
            </a:r>
            <a:r>
              <a:rPr sz="2000" b="1" spc="-9" dirty="0">
                <a:latin typeface="Arial"/>
                <a:cs typeface="Arial"/>
              </a:rPr>
              <a:t>to</a:t>
            </a:r>
            <a:r>
              <a:rPr sz="2000" b="1" spc="0" dirty="0">
                <a:latin typeface="Arial"/>
                <a:cs typeface="Arial"/>
              </a:rPr>
              <a:t>s 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func</a:t>
            </a:r>
            <a:r>
              <a:rPr sz="2000" b="1" spc="-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b="1" spc="-9" dirty="0">
                <a:solidFill>
                  <a:srgbClr val="FF0000"/>
                </a:solidFill>
                <a:latin typeface="Arial"/>
                <a:cs typeface="Arial"/>
              </a:rPr>
              <a:t>ona</a:t>
            </a:r>
            <a:r>
              <a:rPr sz="2000" b="1" spc="-19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b="1" spc="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b="1" spc="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0" dirty="0">
                <a:solidFill>
                  <a:srgbClr val="F79546"/>
                </a:solidFill>
                <a:latin typeface="Arial"/>
                <a:cs typeface="Arial"/>
              </a:rPr>
              <a:t>não</a:t>
            </a:r>
            <a:r>
              <a:rPr sz="2000" b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F79546"/>
                </a:solidFill>
                <a:latin typeface="Arial"/>
                <a:cs typeface="Arial"/>
              </a:rPr>
              <a:t>func</a:t>
            </a:r>
            <a:r>
              <a:rPr sz="2000" b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b="1" spc="-9" dirty="0">
                <a:solidFill>
                  <a:srgbClr val="F79546"/>
                </a:solidFill>
                <a:latin typeface="Arial"/>
                <a:cs typeface="Arial"/>
              </a:rPr>
              <a:t>ona</a:t>
            </a:r>
            <a:r>
              <a:rPr sz="2000" b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b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spc="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2-</a:t>
            </a:r>
            <a:r>
              <a:rPr sz="2000" spc="-1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pon</a:t>
            </a:r>
            <a:r>
              <a:rPr sz="2000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e </a:t>
            </a:r>
            <a:endParaRPr sz="2000">
              <a:latin typeface="Arial"/>
              <a:cs typeface="Arial"/>
            </a:endParaRPr>
          </a:p>
          <a:p>
            <a:pPr marL="12700" marR="711870">
              <a:lnSpc>
                <a:spcPts val="2299"/>
              </a:lnSpc>
              <a:spcBef>
                <a:spcPts val="593"/>
              </a:spcBef>
            </a:pP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po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19" dirty="0">
                <a:solidFill>
                  <a:srgbClr val="F79546"/>
                </a:solidFill>
                <a:latin typeface="Arial"/>
                <a:cs typeface="Arial"/>
              </a:rPr>
              <a:t>ív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ei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 in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z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ne</a:t>
            </a:r>
            <a:r>
              <a:rPr sz="2000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sa</a:t>
            </a:r>
            <a:r>
              <a:rPr sz="2000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cri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97103" marR="21734">
              <a:lnSpc>
                <a:spcPct val="100041"/>
              </a:lnSpc>
              <a:spcBef>
                <a:spcPts val="884"/>
              </a:spcBef>
            </a:pP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“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au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á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ão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pas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age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ven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pas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age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50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8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7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par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lista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po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s,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lhem 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apre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um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nú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de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al.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gani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z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li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lha.</a:t>
            </a:r>
            <a:r>
              <a:rPr sz="2000" i="1" spc="-1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Após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lha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responde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pron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há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esp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ço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spon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ve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 no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re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8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7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passag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5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sa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luído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sua 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Q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uand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si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na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bo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p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ini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ia</a:t>
            </a:r>
            <a:r>
              <a:rPr sz="2000" i="1" spc="-100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el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de 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 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os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í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 é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jun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ensage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par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que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 usuário</a:t>
            </a:r>
            <a:r>
              <a:rPr sz="2000" i="1" spc="-3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sele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ione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des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 U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vez 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le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iona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um</a:t>
            </a:r>
            <a:r>
              <a:rPr sz="2000" i="1" spc="-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ino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,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ped</a:t>
            </a:r>
            <a:r>
              <a:rPr sz="2000" i="1" spc="-4" dirty="0">
                <a:solidFill>
                  <a:srgbClr val="F79546"/>
                </a:solidFill>
                <a:latin typeface="Arial"/>
                <a:cs typeface="Arial"/>
              </a:rPr>
              <a:t>e-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se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que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ios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iram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 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r>
              <a:rPr sz="2000" i="1" spc="-8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7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valida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 ch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da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uá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io</a:t>
            </a:r>
            <a:r>
              <a:rPr sz="2000" i="1" spc="-2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orne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r um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nú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er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iden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1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ess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l.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Quand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ran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ç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r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édi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 v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lidada,</a:t>
            </a:r>
            <a:r>
              <a:rPr sz="2000" i="1" spc="-4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gem</a:t>
            </a:r>
            <a:r>
              <a:rPr sz="2000" i="1" spc="-5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é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ida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 O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or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do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bilhete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-5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e s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guir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padrã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definido</a:t>
            </a:r>
            <a:r>
              <a:rPr sz="2000" i="1" spc="-3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pelo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4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s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</a:t>
            </a:r>
            <a:r>
              <a:rPr sz="2000" i="1" spc="-25" dirty="0">
                <a:solidFill>
                  <a:srgbClr val="F79546"/>
                </a:solidFill>
                <a:latin typeface="Arial"/>
                <a:cs typeface="Arial"/>
              </a:rPr>
              <a:t>m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N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a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ci</a:t>
            </a:r>
            <a:r>
              <a:rPr sz="2000" i="1" spc="4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nal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de</a:t>
            </a:r>
            <a:r>
              <a:rPr sz="2000" i="1" spc="-24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54" dirty="0">
                <a:solidFill>
                  <a:srgbClr val="F79546"/>
                </a:solidFill>
                <a:latin typeface="Arial"/>
                <a:cs typeface="Arial"/>
              </a:rPr>
              <a:t>T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rá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eg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o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 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F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erro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v</a:t>
            </a:r>
            <a:r>
              <a:rPr sz="2000" i="1" spc="-19" dirty="0">
                <a:solidFill>
                  <a:srgbClr val="F79546"/>
                </a:solidFill>
                <a:latin typeface="Arial"/>
                <a:cs typeface="Arial"/>
              </a:rPr>
              <a:t>i</a:t>
            </a:r>
            <a:r>
              <a:rPr sz="2000" i="1" spc="-9" dirty="0">
                <a:solidFill>
                  <a:srgbClr val="F79546"/>
                </a:solidFill>
                <a:latin typeface="Arial"/>
                <a:cs typeface="Arial"/>
              </a:rPr>
              <a:t>ário</a:t>
            </a:r>
            <a:r>
              <a:rPr sz="2000" i="1" spc="-44" dirty="0">
                <a:solidFill>
                  <a:srgbClr val="F79546"/>
                </a:solidFill>
                <a:latin typeface="Arial"/>
                <a:cs typeface="Arial"/>
              </a:rPr>
              <a:t>”</a:t>
            </a:r>
            <a:r>
              <a:rPr sz="2000" i="1" spc="0" dirty="0">
                <a:solidFill>
                  <a:srgbClr val="F79546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R="12700" algn="r">
              <a:lnSpc>
                <a:spcPts val="1510"/>
              </a:lnSpc>
              <a:spcBef>
                <a:spcPts val="75"/>
              </a:spcBef>
            </a:pPr>
            <a:r>
              <a:rPr sz="1400" spc="9" dirty="0">
                <a:solidFill>
                  <a:srgbClr val="F79546"/>
                </a:solidFill>
                <a:latin typeface="Times New Roman"/>
                <a:cs typeface="Times New Roman"/>
              </a:rPr>
              <a:t>19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1147</Words>
  <Application>Microsoft Office PowerPoint</Application>
  <PresentationFormat>Widescreen</PresentationFormat>
  <Paragraphs>294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Microsoft Sans Serif</vt:lpstr>
      <vt:lpstr>Times New Roman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RAFAEL RUSSI ZAMBONI</cp:lastModifiedBy>
  <cp:revision>2</cp:revision>
  <dcterms:modified xsi:type="dcterms:W3CDTF">2026-08-27T10:46:50Z</dcterms:modified>
</cp:coreProperties>
</file>